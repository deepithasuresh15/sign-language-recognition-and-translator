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355" r:id="rId2"/>
    <p:sldId id="257" r:id="rId3"/>
    <p:sldId id="258" r:id="rId4"/>
    <p:sldId id="262" r:id="rId5"/>
    <p:sldId id="263" r:id="rId6"/>
    <p:sldId id="259" r:id="rId7"/>
    <p:sldId id="261" r:id="rId8"/>
    <p:sldId id="264" r:id="rId9"/>
    <p:sldId id="265" r:id="rId10"/>
    <p:sldId id="267" r:id="rId11"/>
    <p:sldId id="361" r:id="rId12"/>
    <p:sldId id="268" r:id="rId13"/>
    <p:sldId id="357" r:id="rId14"/>
    <p:sldId id="269" r:id="rId15"/>
    <p:sldId id="358" r:id="rId16"/>
    <p:sldId id="270" r:id="rId17"/>
    <p:sldId id="359" r:id="rId18"/>
    <p:sldId id="276" r:id="rId19"/>
    <p:sldId id="277" r:id="rId20"/>
    <p:sldId id="278" r:id="rId21"/>
    <p:sldId id="279" r:id="rId22"/>
    <p:sldId id="274" r:id="rId23"/>
    <p:sldId id="275" r:id="rId24"/>
    <p:sldId id="36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6AFE0-4E26-4378-A650-7751DFAE2352}" v="1" dt="2026-02-19T16:24:41.4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28" autoAdjust="0"/>
    <p:restoredTop sz="94660"/>
  </p:normalViewPr>
  <p:slideViewPr>
    <p:cSldViewPr snapToGrid="0">
      <p:cViewPr varScale="1">
        <p:scale>
          <a:sx n="82" d="100"/>
          <a:sy n="82" d="100"/>
        </p:scale>
        <p:origin x="47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tha Suresh" userId="6c4aae3d9c1e65e4" providerId="LiveId" clId="{EC002AA6-D27B-4D3B-B60E-61B7EBBE8EA2}"/>
    <pc:docChg chg="undo custSel addSld delSld modSld sldOrd">
      <pc:chgData name="Deepitha Suresh" userId="6c4aae3d9c1e65e4" providerId="LiveId" clId="{EC002AA6-D27B-4D3B-B60E-61B7EBBE8EA2}" dt="2026-02-19T16:26:59.578" v="1538" actId="478"/>
      <pc:docMkLst>
        <pc:docMk/>
      </pc:docMkLst>
      <pc:sldChg chg="delSp mod">
        <pc:chgData name="Deepitha Suresh" userId="6c4aae3d9c1e65e4" providerId="LiveId" clId="{EC002AA6-D27B-4D3B-B60E-61B7EBBE8EA2}" dt="2026-02-19T16:26:59.578" v="1538" actId="478"/>
        <pc:sldMkLst>
          <pc:docMk/>
          <pc:sldMk cId="3007638260" sldId="257"/>
        </pc:sldMkLst>
        <pc:picChg chg="del">
          <ac:chgData name="Deepitha Suresh" userId="6c4aae3d9c1e65e4" providerId="LiveId" clId="{EC002AA6-D27B-4D3B-B60E-61B7EBBE8EA2}" dt="2026-02-19T16:26:57.630" v="1537" actId="478"/>
          <ac:picMkLst>
            <pc:docMk/>
            <pc:sldMk cId="3007638260" sldId="257"/>
            <ac:picMk id="4" creationId="{8E9AD003-B819-E9EF-B234-669D7511ADE6}"/>
          </ac:picMkLst>
        </pc:picChg>
        <pc:picChg chg="del">
          <ac:chgData name="Deepitha Suresh" userId="6c4aae3d9c1e65e4" providerId="LiveId" clId="{EC002AA6-D27B-4D3B-B60E-61B7EBBE8EA2}" dt="2026-02-19T16:26:59.578" v="1538" actId="478"/>
          <ac:picMkLst>
            <pc:docMk/>
            <pc:sldMk cId="3007638260" sldId="257"/>
            <ac:picMk id="5" creationId="{B6903141-2B8D-F3A8-5E86-920D717EBAE8}"/>
          </ac:picMkLst>
        </pc:picChg>
      </pc:sldChg>
      <pc:sldChg chg="delSp mod ord">
        <pc:chgData name="Deepitha Suresh" userId="6c4aae3d9c1e65e4" providerId="LiveId" clId="{EC002AA6-D27B-4D3B-B60E-61B7EBBE8EA2}" dt="2026-02-19T16:26:54.829" v="1536" actId="478"/>
        <pc:sldMkLst>
          <pc:docMk/>
          <pc:sldMk cId="4172856988" sldId="258"/>
        </pc:sldMkLst>
        <pc:picChg chg="del">
          <ac:chgData name="Deepitha Suresh" userId="6c4aae3d9c1e65e4" providerId="LiveId" clId="{EC002AA6-D27B-4D3B-B60E-61B7EBBE8EA2}" dt="2026-02-19T16:26:53.081" v="1535" actId="478"/>
          <ac:picMkLst>
            <pc:docMk/>
            <pc:sldMk cId="4172856988" sldId="258"/>
            <ac:picMk id="4" creationId="{5BF61850-C2E3-65AA-E2D1-F9D0F87185FF}"/>
          </ac:picMkLst>
        </pc:picChg>
        <pc:picChg chg="del">
          <ac:chgData name="Deepitha Suresh" userId="6c4aae3d9c1e65e4" providerId="LiveId" clId="{EC002AA6-D27B-4D3B-B60E-61B7EBBE8EA2}" dt="2026-02-19T16:26:54.829" v="1536" actId="478"/>
          <ac:picMkLst>
            <pc:docMk/>
            <pc:sldMk cId="4172856988" sldId="258"/>
            <ac:picMk id="5" creationId="{7E15C817-022B-7924-2B07-AA8FE92CF3CD}"/>
          </ac:picMkLst>
        </pc:picChg>
      </pc:sldChg>
      <pc:sldChg chg="delSp mod">
        <pc:chgData name="Deepitha Suresh" userId="6c4aae3d9c1e65e4" providerId="LiveId" clId="{EC002AA6-D27B-4D3B-B60E-61B7EBBE8EA2}" dt="2026-02-19T16:26:36.798" v="1528" actId="478"/>
        <pc:sldMkLst>
          <pc:docMk/>
          <pc:sldMk cId="3025310717" sldId="259"/>
        </pc:sldMkLst>
        <pc:picChg chg="del">
          <ac:chgData name="Deepitha Suresh" userId="6c4aae3d9c1e65e4" providerId="LiveId" clId="{EC002AA6-D27B-4D3B-B60E-61B7EBBE8EA2}" dt="2026-02-19T16:26:35.109" v="1527" actId="478"/>
          <ac:picMkLst>
            <pc:docMk/>
            <pc:sldMk cId="3025310717" sldId="259"/>
            <ac:picMk id="4" creationId="{812DE6A3-42AB-AA5C-CA77-83F820E34B5A}"/>
          </ac:picMkLst>
        </pc:picChg>
        <pc:picChg chg="del">
          <ac:chgData name="Deepitha Suresh" userId="6c4aae3d9c1e65e4" providerId="LiveId" clId="{EC002AA6-D27B-4D3B-B60E-61B7EBBE8EA2}" dt="2026-02-19T16:26:36.798" v="1528" actId="478"/>
          <ac:picMkLst>
            <pc:docMk/>
            <pc:sldMk cId="3025310717" sldId="259"/>
            <ac:picMk id="5" creationId="{FB0BA1CB-3E18-E4EE-27F8-50F08406F158}"/>
          </ac:picMkLst>
        </pc:picChg>
      </pc:sldChg>
      <pc:sldChg chg="delSp mod">
        <pc:chgData name="Deepitha Suresh" userId="6c4aae3d9c1e65e4" providerId="LiveId" clId="{EC002AA6-D27B-4D3B-B60E-61B7EBBE8EA2}" dt="2026-02-19T16:26:31.202" v="1526" actId="478"/>
        <pc:sldMkLst>
          <pc:docMk/>
          <pc:sldMk cId="2013046548" sldId="261"/>
        </pc:sldMkLst>
        <pc:picChg chg="del">
          <ac:chgData name="Deepitha Suresh" userId="6c4aae3d9c1e65e4" providerId="LiveId" clId="{EC002AA6-D27B-4D3B-B60E-61B7EBBE8EA2}" dt="2026-02-19T16:26:29.531" v="1525" actId="478"/>
          <ac:picMkLst>
            <pc:docMk/>
            <pc:sldMk cId="2013046548" sldId="261"/>
            <ac:picMk id="4" creationId="{C5AA8203-F242-C448-DACE-A3969E394D15}"/>
          </ac:picMkLst>
        </pc:picChg>
        <pc:picChg chg="del">
          <ac:chgData name="Deepitha Suresh" userId="6c4aae3d9c1e65e4" providerId="LiveId" clId="{EC002AA6-D27B-4D3B-B60E-61B7EBBE8EA2}" dt="2026-02-19T16:26:31.202" v="1526" actId="478"/>
          <ac:picMkLst>
            <pc:docMk/>
            <pc:sldMk cId="2013046548" sldId="261"/>
            <ac:picMk id="5" creationId="{BD8B7DAF-C7D9-E868-95BD-0CB0384C63CB}"/>
          </ac:picMkLst>
        </pc:picChg>
      </pc:sldChg>
      <pc:sldChg chg="delSp mod">
        <pc:chgData name="Deepitha Suresh" userId="6c4aae3d9c1e65e4" providerId="LiveId" clId="{EC002AA6-D27B-4D3B-B60E-61B7EBBE8EA2}" dt="2026-02-19T16:26:42.332" v="1530" actId="478"/>
        <pc:sldMkLst>
          <pc:docMk/>
          <pc:sldMk cId="1378201932" sldId="262"/>
        </pc:sldMkLst>
        <pc:picChg chg="del">
          <ac:chgData name="Deepitha Suresh" userId="6c4aae3d9c1e65e4" providerId="LiveId" clId="{EC002AA6-D27B-4D3B-B60E-61B7EBBE8EA2}" dt="2026-02-19T16:26:40.524" v="1529" actId="478"/>
          <ac:picMkLst>
            <pc:docMk/>
            <pc:sldMk cId="1378201932" sldId="262"/>
            <ac:picMk id="3" creationId="{843BE8F3-B90E-6CDA-7B0E-6733A8772B4E}"/>
          </ac:picMkLst>
        </pc:picChg>
        <pc:picChg chg="del">
          <ac:chgData name="Deepitha Suresh" userId="6c4aae3d9c1e65e4" providerId="LiveId" clId="{EC002AA6-D27B-4D3B-B60E-61B7EBBE8EA2}" dt="2026-02-19T16:26:42.332" v="1530" actId="478"/>
          <ac:picMkLst>
            <pc:docMk/>
            <pc:sldMk cId="1378201932" sldId="262"/>
            <ac:picMk id="5" creationId="{F100DF5E-59DF-C2A2-5E3E-A2B9CCFF7E16}"/>
          </ac:picMkLst>
        </pc:picChg>
      </pc:sldChg>
      <pc:sldChg chg="delSp mod">
        <pc:chgData name="Deepitha Suresh" userId="6c4aae3d9c1e65e4" providerId="LiveId" clId="{EC002AA6-D27B-4D3B-B60E-61B7EBBE8EA2}" dt="2026-02-19T16:26:48.708" v="1532" actId="478"/>
        <pc:sldMkLst>
          <pc:docMk/>
          <pc:sldMk cId="4075245416" sldId="263"/>
        </pc:sldMkLst>
        <pc:picChg chg="del">
          <ac:chgData name="Deepitha Suresh" userId="6c4aae3d9c1e65e4" providerId="LiveId" clId="{EC002AA6-D27B-4D3B-B60E-61B7EBBE8EA2}" dt="2026-02-19T16:26:46.950" v="1531" actId="478"/>
          <ac:picMkLst>
            <pc:docMk/>
            <pc:sldMk cId="4075245416" sldId="263"/>
            <ac:picMk id="2" creationId="{9D0B457B-C56C-FBF7-B947-F9CC344BA56C}"/>
          </ac:picMkLst>
        </pc:picChg>
        <pc:picChg chg="del">
          <ac:chgData name="Deepitha Suresh" userId="6c4aae3d9c1e65e4" providerId="LiveId" clId="{EC002AA6-D27B-4D3B-B60E-61B7EBBE8EA2}" dt="2026-02-19T16:26:48.708" v="1532" actId="478"/>
          <ac:picMkLst>
            <pc:docMk/>
            <pc:sldMk cId="4075245416" sldId="263"/>
            <ac:picMk id="3" creationId="{475AA199-9432-72C9-402A-70F2CCD5EA9A}"/>
          </ac:picMkLst>
        </pc:picChg>
      </pc:sldChg>
      <pc:sldChg chg="delSp mod">
        <pc:chgData name="Deepitha Suresh" userId="6c4aae3d9c1e65e4" providerId="LiveId" clId="{EC002AA6-D27B-4D3B-B60E-61B7EBBE8EA2}" dt="2026-02-19T16:26:25.752" v="1524" actId="478"/>
        <pc:sldMkLst>
          <pc:docMk/>
          <pc:sldMk cId="3089232738" sldId="264"/>
        </pc:sldMkLst>
        <pc:picChg chg="del">
          <ac:chgData name="Deepitha Suresh" userId="6c4aae3d9c1e65e4" providerId="LiveId" clId="{EC002AA6-D27B-4D3B-B60E-61B7EBBE8EA2}" dt="2026-02-19T16:26:23.758" v="1523" actId="478"/>
          <ac:picMkLst>
            <pc:docMk/>
            <pc:sldMk cId="3089232738" sldId="264"/>
            <ac:picMk id="4" creationId="{E959A5A0-71D4-722D-8C05-D2A4F8DF9BF4}"/>
          </ac:picMkLst>
        </pc:picChg>
        <pc:picChg chg="del">
          <ac:chgData name="Deepitha Suresh" userId="6c4aae3d9c1e65e4" providerId="LiveId" clId="{EC002AA6-D27B-4D3B-B60E-61B7EBBE8EA2}" dt="2026-02-19T16:26:25.752" v="1524" actId="478"/>
          <ac:picMkLst>
            <pc:docMk/>
            <pc:sldMk cId="3089232738" sldId="264"/>
            <ac:picMk id="5" creationId="{49A277B0-CD00-1426-E98E-E2DC885443FE}"/>
          </ac:picMkLst>
        </pc:picChg>
      </pc:sldChg>
      <pc:sldChg chg="delSp mod">
        <pc:chgData name="Deepitha Suresh" userId="6c4aae3d9c1e65e4" providerId="LiveId" clId="{EC002AA6-D27B-4D3B-B60E-61B7EBBE8EA2}" dt="2026-02-19T16:26:20.326" v="1522" actId="478"/>
        <pc:sldMkLst>
          <pc:docMk/>
          <pc:sldMk cId="2112921978" sldId="265"/>
        </pc:sldMkLst>
        <pc:picChg chg="del">
          <ac:chgData name="Deepitha Suresh" userId="6c4aae3d9c1e65e4" providerId="LiveId" clId="{EC002AA6-D27B-4D3B-B60E-61B7EBBE8EA2}" dt="2026-02-19T16:26:17.266" v="1521" actId="478"/>
          <ac:picMkLst>
            <pc:docMk/>
            <pc:sldMk cId="2112921978" sldId="265"/>
            <ac:picMk id="3" creationId="{5F003BC0-AB73-92D9-277C-F5258EA2593F}"/>
          </ac:picMkLst>
        </pc:picChg>
        <pc:picChg chg="del">
          <ac:chgData name="Deepitha Suresh" userId="6c4aae3d9c1e65e4" providerId="LiveId" clId="{EC002AA6-D27B-4D3B-B60E-61B7EBBE8EA2}" dt="2026-02-19T16:26:20.326" v="1522" actId="478"/>
          <ac:picMkLst>
            <pc:docMk/>
            <pc:sldMk cId="2112921978" sldId="265"/>
            <ac:picMk id="5" creationId="{F94FBA32-EDFB-E98E-8280-C9DE7AC045B4}"/>
          </ac:picMkLst>
        </pc:picChg>
      </pc:sldChg>
      <pc:sldChg chg="delSp mod">
        <pc:chgData name="Deepitha Suresh" userId="6c4aae3d9c1e65e4" providerId="LiveId" clId="{EC002AA6-D27B-4D3B-B60E-61B7EBBE8EA2}" dt="2026-02-19T16:26:07.174" v="1518" actId="478"/>
        <pc:sldMkLst>
          <pc:docMk/>
          <pc:sldMk cId="3227191689" sldId="267"/>
        </pc:sldMkLst>
        <pc:picChg chg="del">
          <ac:chgData name="Deepitha Suresh" userId="6c4aae3d9c1e65e4" providerId="LiveId" clId="{EC002AA6-D27B-4D3B-B60E-61B7EBBE8EA2}" dt="2026-02-19T16:26:04.844" v="1517" actId="478"/>
          <ac:picMkLst>
            <pc:docMk/>
            <pc:sldMk cId="3227191689" sldId="267"/>
            <ac:picMk id="4" creationId="{36F12D0B-0640-B2FD-0250-38EBDE9E1A4F}"/>
          </ac:picMkLst>
        </pc:picChg>
        <pc:picChg chg="del">
          <ac:chgData name="Deepitha Suresh" userId="6c4aae3d9c1e65e4" providerId="LiveId" clId="{EC002AA6-D27B-4D3B-B60E-61B7EBBE8EA2}" dt="2026-02-19T16:26:07.174" v="1518" actId="478"/>
          <ac:picMkLst>
            <pc:docMk/>
            <pc:sldMk cId="3227191689" sldId="267"/>
            <ac:picMk id="5" creationId="{5D179057-BA5F-041A-CA4B-DAE945DE7BA1}"/>
          </ac:picMkLst>
        </pc:picChg>
      </pc:sldChg>
      <pc:sldChg chg="delSp mod">
        <pc:chgData name="Deepitha Suresh" userId="6c4aae3d9c1e65e4" providerId="LiveId" clId="{EC002AA6-D27B-4D3B-B60E-61B7EBBE8EA2}" dt="2026-02-19T16:26:00.601" v="1516" actId="478"/>
        <pc:sldMkLst>
          <pc:docMk/>
          <pc:sldMk cId="3836744168" sldId="268"/>
        </pc:sldMkLst>
        <pc:picChg chg="del">
          <ac:chgData name="Deepitha Suresh" userId="6c4aae3d9c1e65e4" providerId="LiveId" clId="{EC002AA6-D27B-4D3B-B60E-61B7EBBE8EA2}" dt="2026-02-19T16:25:58.621" v="1515" actId="478"/>
          <ac:picMkLst>
            <pc:docMk/>
            <pc:sldMk cId="3836744168" sldId="268"/>
            <ac:picMk id="4" creationId="{88431593-570D-17A9-A259-349F412EE68B}"/>
          </ac:picMkLst>
        </pc:picChg>
        <pc:picChg chg="del">
          <ac:chgData name="Deepitha Suresh" userId="6c4aae3d9c1e65e4" providerId="LiveId" clId="{EC002AA6-D27B-4D3B-B60E-61B7EBBE8EA2}" dt="2026-02-19T16:26:00.601" v="1516" actId="478"/>
          <ac:picMkLst>
            <pc:docMk/>
            <pc:sldMk cId="3836744168" sldId="268"/>
            <ac:picMk id="5" creationId="{0C24BB4F-52F5-86E3-C946-5235BFEAF38F}"/>
          </ac:picMkLst>
        </pc:picChg>
      </pc:sldChg>
      <pc:sldChg chg="delSp mod">
        <pc:chgData name="Deepitha Suresh" userId="6c4aae3d9c1e65e4" providerId="LiveId" clId="{EC002AA6-D27B-4D3B-B60E-61B7EBBE8EA2}" dt="2026-02-19T16:25:50.129" v="1512" actId="478"/>
        <pc:sldMkLst>
          <pc:docMk/>
          <pc:sldMk cId="3791305963" sldId="269"/>
        </pc:sldMkLst>
        <pc:picChg chg="del">
          <ac:chgData name="Deepitha Suresh" userId="6c4aae3d9c1e65e4" providerId="LiveId" clId="{EC002AA6-D27B-4D3B-B60E-61B7EBBE8EA2}" dt="2026-02-19T16:25:48.182" v="1511" actId="478"/>
          <ac:picMkLst>
            <pc:docMk/>
            <pc:sldMk cId="3791305963" sldId="269"/>
            <ac:picMk id="3" creationId="{B4C70AC8-9167-DB5B-259D-BD4CB365BD48}"/>
          </ac:picMkLst>
        </pc:picChg>
        <pc:picChg chg="del">
          <ac:chgData name="Deepitha Suresh" userId="6c4aae3d9c1e65e4" providerId="LiveId" clId="{EC002AA6-D27B-4D3B-B60E-61B7EBBE8EA2}" dt="2026-02-19T16:25:50.129" v="1512" actId="478"/>
          <ac:picMkLst>
            <pc:docMk/>
            <pc:sldMk cId="3791305963" sldId="269"/>
            <ac:picMk id="4" creationId="{6C000013-5F31-E938-AC75-9BF5B3F07A26}"/>
          </ac:picMkLst>
        </pc:picChg>
      </pc:sldChg>
      <pc:sldChg chg="delSp mod">
        <pc:chgData name="Deepitha Suresh" userId="6c4aae3d9c1e65e4" providerId="LiveId" clId="{EC002AA6-D27B-4D3B-B60E-61B7EBBE8EA2}" dt="2026-02-19T16:25:37.184" v="1508" actId="478"/>
        <pc:sldMkLst>
          <pc:docMk/>
          <pc:sldMk cId="657137386" sldId="270"/>
        </pc:sldMkLst>
        <pc:picChg chg="del">
          <ac:chgData name="Deepitha Suresh" userId="6c4aae3d9c1e65e4" providerId="LiveId" clId="{EC002AA6-D27B-4D3B-B60E-61B7EBBE8EA2}" dt="2026-02-19T16:25:35.137" v="1507" actId="478"/>
          <ac:picMkLst>
            <pc:docMk/>
            <pc:sldMk cId="657137386" sldId="270"/>
            <ac:picMk id="4" creationId="{CC3AC59C-B409-C7C4-C8BC-696D35D0A14E}"/>
          </ac:picMkLst>
        </pc:picChg>
        <pc:picChg chg="del">
          <ac:chgData name="Deepitha Suresh" userId="6c4aae3d9c1e65e4" providerId="LiveId" clId="{EC002AA6-D27B-4D3B-B60E-61B7EBBE8EA2}" dt="2026-02-19T16:25:37.184" v="1508" actId="478"/>
          <ac:picMkLst>
            <pc:docMk/>
            <pc:sldMk cId="657137386" sldId="270"/>
            <ac:picMk id="5" creationId="{2CB3A3B7-D29D-8BE0-6C6F-33D2C8105BC9}"/>
          </ac:picMkLst>
        </pc:picChg>
      </pc:sldChg>
      <pc:sldChg chg="delSp mod">
        <pc:chgData name="Deepitha Suresh" userId="6c4aae3d9c1e65e4" providerId="LiveId" clId="{EC002AA6-D27B-4D3B-B60E-61B7EBBE8EA2}" dt="2026-02-19T16:24:50.260" v="1494" actId="478"/>
        <pc:sldMkLst>
          <pc:docMk/>
          <pc:sldMk cId="2217599368" sldId="274"/>
        </pc:sldMkLst>
        <pc:picChg chg="del">
          <ac:chgData name="Deepitha Suresh" userId="6c4aae3d9c1e65e4" providerId="LiveId" clId="{EC002AA6-D27B-4D3B-B60E-61B7EBBE8EA2}" dt="2026-02-19T16:24:47.385" v="1493" actId="478"/>
          <ac:picMkLst>
            <pc:docMk/>
            <pc:sldMk cId="2217599368" sldId="274"/>
            <ac:picMk id="4" creationId="{B68B982F-611D-86FC-4D99-9A989D04D944}"/>
          </ac:picMkLst>
        </pc:picChg>
        <pc:picChg chg="del">
          <ac:chgData name="Deepitha Suresh" userId="6c4aae3d9c1e65e4" providerId="LiveId" clId="{EC002AA6-D27B-4D3B-B60E-61B7EBBE8EA2}" dt="2026-02-19T16:24:50.260" v="1494" actId="478"/>
          <ac:picMkLst>
            <pc:docMk/>
            <pc:sldMk cId="2217599368" sldId="274"/>
            <ac:picMk id="5" creationId="{5ED06FE7-EC7D-3068-D04A-3DB1BCBA6B2A}"/>
          </ac:picMkLst>
        </pc:picChg>
      </pc:sldChg>
      <pc:sldChg chg="delSp mod">
        <pc:chgData name="Deepitha Suresh" userId="6c4aae3d9c1e65e4" providerId="LiveId" clId="{EC002AA6-D27B-4D3B-B60E-61B7EBBE8EA2}" dt="2026-02-19T16:24:21.252" v="1492" actId="478"/>
        <pc:sldMkLst>
          <pc:docMk/>
          <pc:sldMk cId="4264438968" sldId="275"/>
        </pc:sldMkLst>
        <pc:picChg chg="del">
          <ac:chgData name="Deepitha Suresh" userId="6c4aae3d9c1e65e4" providerId="LiveId" clId="{EC002AA6-D27B-4D3B-B60E-61B7EBBE8EA2}" dt="2026-02-19T16:24:19.247" v="1491" actId="478"/>
          <ac:picMkLst>
            <pc:docMk/>
            <pc:sldMk cId="4264438968" sldId="275"/>
            <ac:picMk id="4" creationId="{6C54D105-21BB-5987-FB42-82167F87D8E4}"/>
          </ac:picMkLst>
        </pc:picChg>
        <pc:picChg chg="del">
          <ac:chgData name="Deepitha Suresh" userId="6c4aae3d9c1e65e4" providerId="LiveId" clId="{EC002AA6-D27B-4D3B-B60E-61B7EBBE8EA2}" dt="2026-02-19T16:24:21.252" v="1492" actId="478"/>
          <ac:picMkLst>
            <pc:docMk/>
            <pc:sldMk cId="4264438968" sldId="275"/>
            <ac:picMk id="5" creationId="{698BEC62-10B2-D2F0-2063-DC16BC286F6A}"/>
          </ac:picMkLst>
        </pc:picChg>
      </pc:sldChg>
      <pc:sldChg chg="delSp mod">
        <pc:chgData name="Deepitha Suresh" userId="6c4aae3d9c1e65e4" providerId="LiveId" clId="{EC002AA6-D27B-4D3B-B60E-61B7EBBE8EA2}" dt="2026-02-19T16:25:30.455" v="1506" actId="478"/>
        <pc:sldMkLst>
          <pc:docMk/>
          <pc:sldMk cId="3362915167" sldId="276"/>
        </pc:sldMkLst>
        <pc:picChg chg="del">
          <ac:chgData name="Deepitha Suresh" userId="6c4aae3d9c1e65e4" providerId="LiveId" clId="{EC002AA6-D27B-4D3B-B60E-61B7EBBE8EA2}" dt="2026-02-19T16:25:27.962" v="1505" actId="478"/>
          <ac:picMkLst>
            <pc:docMk/>
            <pc:sldMk cId="3362915167" sldId="276"/>
            <ac:picMk id="4" creationId="{95C32070-63B9-24E0-1C83-27ECC8DD27F9}"/>
          </ac:picMkLst>
        </pc:picChg>
        <pc:picChg chg="del">
          <ac:chgData name="Deepitha Suresh" userId="6c4aae3d9c1e65e4" providerId="LiveId" clId="{EC002AA6-D27B-4D3B-B60E-61B7EBBE8EA2}" dt="2026-02-19T16:25:30.455" v="1506" actId="478"/>
          <ac:picMkLst>
            <pc:docMk/>
            <pc:sldMk cId="3362915167" sldId="276"/>
            <ac:picMk id="8" creationId="{B8B462C5-3A77-0E5E-5339-D37411F47FBF}"/>
          </ac:picMkLst>
        </pc:picChg>
      </pc:sldChg>
      <pc:sldChg chg="delSp mod">
        <pc:chgData name="Deepitha Suresh" userId="6c4aae3d9c1e65e4" providerId="LiveId" clId="{EC002AA6-D27B-4D3B-B60E-61B7EBBE8EA2}" dt="2026-02-19T16:25:00.798" v="1496" actId="478"/>
        <pc:sldMkLst>
          <pc:docMk/>
          <pc:sldMk cId="42492731" sldId="277"/>
        </pc:sldMkLst>
        <pc:picChg chg="del">
          <ac:chgData name="Deepitha Suresh" userId="6c4aae3d9c1e65e4" providerId="LiveId" clId="{EC002AA6-D27B-4D3B-B60E-61B7EBBE8EA2}" dt="2026-02-19T16:24:58.981" v="1495" actId="478"/>
          <ac:picMkLst>
            <pc:docMk/>
            <pc:sldMk cId="42492731" sldId="277"/>
            <ac:picMk id="2" creationId="{328D4C7E-C200-F997-EA17-EC7F1341D299}"/>
          </ac:picMkLst>
        </pc:picChg>
        <pc:picChg chg="del">
          <ac:chgData name="Deepitha Suresh" userId="6c4aae3d9c1e65e4" providerId="LiveId" clId="{EC002AA6-D27B-4D3B-B60E-61B7EBBE8EA2}" dt="2026-02-19T16:25:00.798" v="1496" actId="478"/>
          <ac:picMkLst>
            <pc:docMk/>
            <pc:sldMk cId="42492731" sldId="277"/>
            <ac:picMk id="3" creationId="{661525D3-4C3B-C7F5-9EE5-5381D456CF6B}"/>
          </ac:picMkLst>
        </pc:picChg>
      </pc:sldChg>
      <pc:sldChg chg="delSp mod">
        <pc:chgData name="Deepitha Suresh" userId="6c4aae3d9c1e65e4" providerId="LiveId" clId="{EC002AA6-D27B-4D3B-B60E-61B7EBBE8EA2}" dt="2026-02-19T16:25:11.330" v="1500" actId="478"/>
        <pc:sldMkLst>
          <pc:docMk/>
          <pc:sldMk cId="4143534554" sldId="278"/>
        </pc:sldMkLst>
        <pc:picChg chg="del">
          <ac:chgData name="Deepitha Suresh" userId="6c4aae3d9c1e65e4" providerId="LiveId" clId="{EC002AA6-D27B-4D3B-B60E-61B7EBBE8EA2}" dt="2026-02-19T16:25:08.778" v="1499" actId="478"/>
          <ac:picMkLst>
            <pc:docMk/>
            <pc:sldMk cId="4143534554" sldId="278"/>
            <ac:picMk id="3" creationId="{33F40322-6446-51DD-A3C7-5DBBDD0AFE42}"/>
          </ac:picMkLst>
        </pc:picChg>
        <pc:picChg chg="del">
          <ac:chgData name="Deepitha Suresh" userId="6c4aae3d9c1e65e4" providerId="LiveId" clId="{EC002AA6-D27B-4D3B-B60E-61B7EBBE8EA2}" dt="2026-02-19T16:25:11.330" v="1500" actId="478"/>
          <ac:picMkLst>
            <pc:docMk/>
            <pc:sldMk cId="4143534554" sldId="278"/>
            <ac:picMk id="4" creationId="{AA53D40F-BA2C-2C5F-6C40-F2DA8CCFAD80}"/>
          </ac:picMkLst>
        </pc:picChg>
      </pc:sldChg>
      <pc:sldChg chg="delSp mod">
        <pc:chgData name="Deepitha Suresh" userId="6c4aae3d9c1e65e4" providerId="LiveId" clId="{EC002AA6-D27B-4D3B-B60E-61B7EBBE8EA2}" dt="2026-02-19T16:25:05.815" v="1498" actId="478"/>
        <pc:sldMkLst>
          <pc:docMk/>
          <pc:sldMk cId="151198623" sldId="279"/>
        </pc:sldMkLst>
        <pc:picChg chg="del">
          <ac:chgData name="Deepitha Suresh" userId="6c4aae3d9c1e65e4" providerId="LiveId" clId="{EC002AA6-D27B-4D3B-B60E-61B7EBBE8EA2}" dt="2026-02-19T16:25:03.789" v="1497" actId="478"/>
          <ac:picMkLst>
            <pc:docMk/>
            <pc:sldMk cId="151198623" sldId="279"/>
            <ac:picMk id="3" creationId="{A4A9806C-ADAB-EA0F-A4BC-6F4EAAB3731F}"/>
          </ac:picMkLst>
        </pc:picChg>
        <pc:picChg chg="del">
          <ac:chgData name="Deepitha Suresh" userId="6c4aae3d9c1e65e4" providerId="LiveId" clId="{EC002AA6-D27B-4D3B-B60E-61B7EBBE8EA2}" dt="2026-02-19T16:25:05.815" v="1498" actId="478"/>
          <ac:picMkLst>
            <pc:docMk/>
            <pc:sldMk cId="151198623" sldId="279"/>
            <ac:picMk id="4" creationId="{CC47BCA1-EB18-4E96-9AAB-E2AAA9B1B790}"/>
          </ac:picMkLst>
        </pc:picChg>
      </pc:sldChg>
      <pc:sldChg chg="modSp del mod">
        <pc:chgData name="Deepitha Suresh" userId="6c4aae3d9c1e65e4" providerId="LiveId" clId="{EC002AA6-D27B-4D3B-B60E-61B7EBBE8EA2}" dt="2026-02-19T16:21:42.750" v="1489" actId="47"/>
        <pc:sldMkLst>
          <pc:docMk/>
          <pc:sldMk cId="95992554" sldId="354"/>
        </pc:sldMkLst>
        <pc:spChg chg="mod">
          <ac:chgData name="Deepitha Suresh" userId="6c4aae3d9c1e65e4" providerId="LiveId" clId="{EC002AA6-D27B-4D3B-B60E-61B7EBBE8EA2}" dt="2026-02-19T16:21:39.903" v="1488" actId="20577"/>
          <ac:spMkLst>
            <pc:docMk/>
            <pc:sldMk cId="95992554" sldId="354"/>
            <ac:spMk id="3" creationId="{86D2ACDA-8CEA-3859-A014-1BC77D13EDFD}"/>
          </ac:spMkLst>
        </pc:spChg>
      </pc:sldChg>
      <pc:sldChg chg="delSp mod">
        <pc:chgData name="Deepitha Suresh" userId="6c4aae3d9c1e65e4" providerId="LiveId" clId="{EC002AA6-D27B-4D3B-B60E-61B7EBBE8EA2}" dt="2026-02-19T16:21:45.524" v="1490" actId="478"/>
        <pc:sldMkLst>
          <pc:docMk/>
          <pc:sldMk cId="1122899152" sldId="355"/>
        </pc:sldMkLst>
        <pc:picChg chg="del">
          <ac:chgData name="Deepitha Suresh" userId="6c4aae3d9c1e65e4" providerId="LiveId" clId="{EC002AA6-D27B-4D3B-B60E-61B7EBBE8EA2}" dt="2026-02-19T16:21:45.524" v="1490" actId="478"/>
          <ac:picMkLst>
            <pc:docMk/>
            <pc:sldMk cId="1122899152" sldId="355"/>
            <ac:picMk id="6" creationId="{E8AE4BE3-3061-61BD-6983-A8D801380EF0}"/>
          </ac:picMkLst>
        </pc:picChg>
      </pc:sldChg>
      <pc:sldChg chg="delSp mod">
        <pc:chgData name="Deepitha Suresh" userId="6c4aae3d9c1e65e4" providerId="LiveId" clId="{EC002AA6-D27B-4D3B-B60E-61B7EBBE8EA2}" dt="2026-02-19T16:25:55.581" v="1514" actId="478"/>
        <pc:sldMkLst>
          <pc:docMk/>
          <pc:sldMk cId="1126257990" sldId="357"/>
        </pc:sldMkLst>
        <pc:picChg chg="del">
          <ac:chgData name="Deepitha Suresh" userId="6c4aae3d9c1e65e4" providerId="LiveId" clId="{EC002AA6-D27B-4D3B-B60E-61B7EBBE8EA2}" dt="2026-02-19T16:25:53.857" v="1513" actId="478"/>
          <ac:picMkLst>
            <pc:docMk/>
            <pc:sldMk cId="1126257990" sldId="357"/>
            <ac:picMk id="4" creationId="{E9D97EF3-947A-CE95-BC12-A7F73455E180}"/>
          </ac:picMkLst>
        </pc:picChg>
        <pc:picChg chg="del">
          <ac:chgData name="Deepitha Suresh" userId="6c4aae3d9c1e65e4" providerId="LiveId" clId="{EC002AA6-D27B-4D3B-B60E-61B7EBBE8EA2}" dt="2026-02-19T16:25:55.581" v="1514" actId="478"/>
          <ac:picMkLst>
            <pc:docMk/>
            <pc:sldMk cId="1126257990" sldId="357"/>
            <ac:picMk id="5" creationId="{3E504EE0-0D8A-27E1-332E-BA9A32BCC86C}"/>
          </ac:picMkLst>
        </pc:picChg>
      </pc:sldChg>
      <pc:sldChg chg="delSp mod">
        <pc:chgData name="Deepitha Suresh" userId="6c4aae3d9c1e65e4" providerId="LiveId" clId="{EC002AA6-D27B-4D3B-B60E-61B7EBBE8EA2}" dt="2026-02-19T16:25:42.482" v="1510" actId="478"/>
        <pc:sldMkLst>
          <pc:docMk/>
          <pc:sldMk cId="2226328994" sldId="358"/>
        </pc:sldMkLst>
        <pc:picChg chg="del">
          <ac:chgData name="Deepitha Suresh" userId="6c4aae3d9c1e65e4" providerId="LiveId" clId="{EC002AA6-D27B-4D3B-B60E-61B7EBBE8EA2}" dt="2026-02-19T16:25:40.452" v="1509" actId="478"/>
          <ac:picMkLst>
            <pc:docMk/>
            <pc:sldMk cId="2226328994" sldId="358"/>
            <ac:picMk id="4" creationId="{28170DFA-4436-F8BE-5D78-167604CE17C9}"/>
          </ac:picMkLst>
        </pc:picChg>
        <pc:picChg chg="del">
          <ac:chgData name="Deepitha Suresh" userId="6c4aae3d9c1e65e4" providerId="LiveId" clId="{EC002AA6-D27B-4D3B-B60E-61B7EBBE8EA2}" dt="2026-02-19T16:25:42.482" v="1510" actId="478"/>
          <ac:picMkLst>
            <pc:docMk/>
            <pc:sldMk cId="2226328994" sldId="358"/>
            <ac:picMk id="5" creationId="{B5C66451-E34B-841D-084A-1AE4EE7A4016}"/>
          </ac:picMkLst>
        </pc:picChg>
      </pc:sldChg>
      <pc:sldChg chg="delSp mod">
        <pc:chgData name="Deepitha Suresh" userId="6c4aae3d9c1e65e4" providerId="LiveId" clId="{EC002AA6-D27B-4D3B-B60E-61B7EBBE8EA2}" dt="2026-02-19T16:25:24.990" v="1504" actId="478"/>
        <pc:sldMkLst>
          <pc:docMk/>
          <pc:sldMk cId="3135710576" sldId="359"/>
        </pc:sldMkLst>
        <pc:picChg chg="del">
          <ac:chgData name="Deepitha Suresh" userId="6c4aae3d9c1e65e4" providerId="LiveId" clId="{EC002AA6-D27B-4D3B-B60E-61B7EBBE8EA2}" dt="2026-02-19T16:25:22.506" v="1503" actId="478"/>
          <ac:picMkLst>
            <pc:docMk/>
            <pc:sldMk cId="3135710576" sldId="359"/>
            <ac:picMk id="4" creationId="{8E3D6BEF-BE1B-D7A5-A17E-E2D4289E172D}"/>
          </ac:picMkLst>
        </pc:picChg>
        <pc:picChg chg="del">
          <ac:chgData name="Deepitha Suresh" userId="6c4aae3d9c1e65e4" providerId="LiveId" clId="{EC002AA6-D27B-4D3B-B60E-61B7EBBE8EA2}" dt="2026-02-19T16:25:24.990" v="1504" actId="478"/>
          <ac:picMkLst>
            <pc:docMk/>
            <pc:sldMk cId="3135710576" sldId="359"/>
            <ac:picMk id="5" creationId="{43C4CC59-51A1-587C-810D-2BD60E01AC85}"/>
          </ac:picMkLst>
        </pc:picChg>
      </pc:sldChg>
      <pc:sldChg chg="delSp mod">
        <pc:chgData name="Deepitha Suresh" userId="6c4aae3d9c1e65e4" providerId="LiveId" clId="{EC002AA6-D27B-4D3B-B60E-61B7EBBE8EA2}" dt="2026-02-19T16:26:13.281" v="1520" actId="478"/>
        <pc:sldMkLst>
          <pc:docMk/>
          <pc:sldMk cId="3515134236" sldId="361"/>
        </pc:sldMkLst>
        <pc:picChg chg="del">
          <ac:chgData name="Deepitha Suresh" userId="6c4aae3d9c1e65e4" providerId="LiveId" clId="{EC002AA6-D27B-4D3B-B60E-61B7EBBE8EA2}" dt="2026-02-19T16:26:11.359" v="1519" actId="478"/>
          <ac:picMkLst>
            <pc:docMk/>
            <pc:sldMk cId="3515134236" sldId="361"/>
            <ac:picMk id="6" creationId="{9E446F6F-FDB6-D15F-8C0D-B068EBC5275B}"/>
          </ac:picMkLst>
        </pc:picChg>
        <pc:picChg chg="del">
          <ac:chgData name="Deepitha Suresh" userId="6c4aae3d9c1e65e4" providerId="LiveId" clId="{EC002AA6-D27B-4D3B-B60E-61B7EBBE8EA2}" dt="2026-02-19T16:26:13.281" v="1520" actId="478"/>
          <ac:picMkLst>
            <pc:docMk/>
            <pc:sldMk cId="3515134236" sldId="361"/>
            <ac:picMk id="7" creationId="{2DC6CC96-2BDD-7DCE-5C2C-1F3536C5B56A}"/>
          </ac:picMkLst>
        </pc:picChg>
      </pc:sldChg>
      <pc:sldChg chg="delSp mod">
        <pc:chgData name="Deepitha Suresh" userId="6c4aae3d9c1e65e4" providerId="LiveId" clId="{EC002AA6-D27B-4D3B-B60E-61B7EBBE8EA2}" dt="2026-02-19T16:25:18.100" v="1502" actId="478"/>
        <pc:sldMkLst>
          <pc:docMk/>
          <pc:sldMk cId="2173919307" sldId="362"/>
        </pc:sldMkLst>
        <pc:picChg chg="del">
          <ac:chgData name="Deepitha Suresh" userId="6c4aae3d9c1e65e4" providerId="LiveId" clId="{EC002AA6-D27B-4D3B-B60E-61B7EBBE8EA2}" dt="2026-02-19T16:25:16.337" v="1501" actId="478"/>
          <ac:picMkLst>
            <pc:docMk/>
            <pc:sldMk cId="2173919307" sldId="362"/>
            <ac:picMk id="4" creationId="{5956F66A-A664-9B6E-2DDE-54FA4E57E847}"/>
          </ac:picMkLst>
        </pc:picChg>
        <pc:picChg chg="del">
          <ac:chgData name="Deepitha Suresh" userId="6c4aae3d9c1e65e4" providerId="LiveId" clId="{EC002AA6-D27B-4D3B-B60E-61B7EBBE8EA2}" dt="2026-02-19T16:25:18.100" v="1502" actId="478"/>
          <ac:picMkLst>
            <pc:docMk/>
            <pc:sldMk cId="2173919307" sldId="362"/>
            <ac:picMk id="5" creationId="{A67F2722-E757-212A-69C8-4E8CF800087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ED2575-F202-4721-90D4-596F6442D11C}" type="datetimeFigureOut">
              <a:rPr lang="en-IN" smtClean="0"/>
              <a:t>19-02-2026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28A836-BE2C-4B0F-BDD0-211B9D15AE7D}" type="slidenum">
              <a:rPr lang="en-IN" smtClean="0"/>
              <a:t>‹#›</a:t>
            </a:fld>
            <a:endParaRPr lang="en-IN"/>
          </a:p>
        </p:txBody>
      </p:sp>
    </p:spTree>
    <p:extLst>
      <p:ext uri="{BB962C8B-B14F-4D97-AF65-F5344CB8AC3E}">
        <p14:creationId xmlns:p14="http://schemas.microsoft.com/office/powerpoint/2010/main" val="1029185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58362-378D-BA4E-0E75-67F35A2A4A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CD9F53A-147C-FB20-FFB1-7EDFFA5A18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761AA06-D62A-2C40-CCCA-055FF026E214}"/>
              </a:ext>
            </a:extLst>
          </p:cNvPr>
          <p:cNvSpPr>
            <a:spLocks noGrp="1"/>
          </p:cNvSpPr>
          <p:nvPr>
            <p:ph type="dt" sz="half" idx="10"/>
          </p:nvPr>
        </p:nvSpPr>
        <p:spPr/>
        <p:txBody>
          <a:bodyPr/>
          <a:lstStyle/>
          <a:p>
            <a:fld id="{CB25A7FB-AD55-41DC-973C-F0352C000C7C}" type="datetime1">
              <a:rPr lang="en-IN" smtClean="0"/>
              <a:t>19-02-2026</a:t>
            </a:fld>
            <a:endParaRPr lang="en-US"/>
          </a:p>
        </p:txBody>
      </p:sp>
      <p:sp>
        <p:nvSpPr>
          <p:cNvPr id="5" name="Footer Placeholder 4">
            <a:extLst>
              <a:ext uri="{FF2B5EF4-FFF2-40B4-BE49-F238E27FC236}">
                <a16:creationId xmlns:a16="http://schemas.microsoft.com/office/drawing/2014/main" id="{DC2135E7-A3D7-28E1-CA67-AE4CED9332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1A7A26-8736-88E6-330B-20DAC839DCF8}"/>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2185435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A7230-9A0C-ABEE-7A27-75F0700A97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C104CF-5AB0-3280-3C2D-207CE8CFDC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C6CB12-E072-D99A-B188-4CD037CD19A6}"/>
              </a:ext>
            </a:extLst>
          </p:cNvPr>
          <p:cNvSpPr>
            <a:spLocks noGrp="1"/>
          </p:cNvSpPr>
          <p:nvPr>
            <p:ph type="dt" sz="half" idx="10"/>
          </p:nvPr>
        </p:nvSpPr>
        <p:spPr/>
        <p:txBody>
          <a:bodyPr/>
          <a:lstStyle/>
          <a:p>
            <a:fld id="{BC78066A-5425-470F-9157-51BA61566D1B}" type="datetime1">
              <a:rPr lang="en-IN" smtClean="0"/>
              <a:t>19-02-2026</a:t>
            </a:fld>
            <a:endParaRPr lang="en-US"/>
          </a:p>
        </p:txBody>
      </p:sp>
      <p:sp>
        <p:nvSpPr>
          <p:cNvPr id="5" name="Footer Placeholder 4">
            <a:extLst>
              <a:ext uri="{FF2B5EF4-FFF2-40B4-BE49-F238E27FC236}">
                <a16:creationId xmlns:a16="http://schemas.microsoft.com/office/drawing/2014/main" id="{3837730D-789F-8D86-37E4-A29921216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4B7E95-164C-1261-E674-A51A6C37C247}"/>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2899083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2269-E6DC-A14E-D4C8-A5887568C9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E84A90-CF78-0BED-ED40-B02F433736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5DA3D0-0076-00EF-E2D0-119078B28170}"/>
              </a:ext>
            </a:extLst>
          </p:cNvPr>
          <p:cNvSpPr>
            <a:spLocks noGrp="1"/>
          </p:cNvSpPr>
          <p:nvPr>
            <p:ph type="dt" sz="half" idx="10"/>
          </p:nvPr>
        </p:nvSpPr>
        <p:spPr/>
        <p:txBody>
          <a:bodyPr/>
          <a:lstStyle/>
          <a:p>
            <a:fld id="{28F79175-A485-497C-83AE-401748DF31CE}" type="datetime1">
              <a:rPr lang="en-IN" smtClean="0"/>
              <a:t>19-02-2026</a:t>
            </a:fld>
            <a:endParaRPr lang="en-US"/>
          </a:p>
        </p:txBody>
      </p:sp>
      <p:sp>
        <p:nvSpPr>
          <p:cNvPr id="5" name="Footer Placeholder 4">
            <a:extLst>
              <a:ext uri="{FF2B5EF4-FFF2-40B4-BE49-F238E27FC236}">
                <a16:creationId xmlns:a16="http://schemas.microsoft.com/office/drawing/2014/main" id="{B6D86C06-1396-F035-37CB-E699DB6FF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F845DA-8774-8CFA-551E-75579980F596}"/>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2866050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B17B4-C045-56C0-0BC7-97F33CEAA9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DC6717-3EBD-796B-6274-039C1A3D86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1E42E2A-5B3C-7D8D-E82C-331627B6DF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395583-BC62-A7E3-1E20-548A03BB45C6}"/>
              </a:ext>
            </a:extLst>
          </p:cNvPr>
          <p:cNvSpPr>
            <a:spLocks noGrp="1"/>
          </p:cNvSpPr>
          <p:nvPr>
            <p:ph type="dt" sz="half" idx="10"/>
          </p:nvPr>
        </p:nvSpPr>
        <p:spPr/>
        <p:txBody>
          <a:bodyPr/>
          <a:lstStyle/>
          <a:p>
            <a:fld id="{FD0A513E-5520-4705-B6D5-6B306A8963FC}" type="datetime1">
              <a:rPr lang="en-IN" smtClean="0"/>
              <a:t>19-02-2026</a:t>
            </a:fld>
            <a:endParaRPr lang="en-US"/>
          </a:p>
        </p:txBody>
      </p:sp>
      <p:sp>
        <p:nvSpPr>
          <p:cNvPr id="6" name="Footer Placeholder 5">
            <a:extLst>
              <a:ext uri="{FF2B5EF4-FFF2-40B4-BE49-F238E27FC236}">
                <a16:creationId xmlns:a16="http://schemas.microsoft.com/office/drawing/2014/main" id="{CF6698BA-3EB4-D34C-C9C2-47FD043AE9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7D2CAC-4BFF-156C-00B1-79C09376C1EF}"/>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2728744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439E0-ED1F-27C5-81CF-038E4806A4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7EF719-9AAE-9A6D-6988-60BBBE6988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9979AE-CAF5-9FEC-BC36-4AE534F527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F99165-E0CD-6AAB-96E9-17E0B4C041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101BEA-7387-634A-1EC6-A0B8D9F6A3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95FA0F-CDE2-9228-0CAA-1C3CD865396E}"/>
              </a:ext>
            </a:extLst>
          </p:cNvPr>
          <p:cNvSpPr>
            <a:spLocks noGrp="1"/>
          </p:cNvSpPr>
          <p:nvPr>
            <p:ph type="dt" sz="half" idx="10"/>
          </p:nvPr>
        </p:nvSpPr>
        <p:spPr/>
        <p:txBody>
          <a:bodyPr/>
          <a:lstStyle/>
          <a:p>
            <a:fld id="{A4FE5CFB-43A9-4E83-976E-E5C48B407728}" type="datetime1">
              <a:rPr lang="en-IN" smtClean="0"/>
              <a:t>19-02-2026</a:t>
            </a:fld>
            <a:endParaRPr lang="en-US"/>
          </a:p>
        </p:txBody>
      </p:sp>
      <p:sp>
        <p:nvSpPr>
          <p:cNvPr id="8" name="Footer Placeholder 7">
            <a:extLst>
              <a:ext uri="{FF2B5EF4-FFF2-40B4-BE49-F238E27FC236}">
                <a16:creationId xmlns:a16="http://schemas.microsoft.com/office/drawing/2014/main" id="{225A5C49-5F71-6AED-9554-B63360BF33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62D49F-CEEA-9171-9A86-7E00398BF2A1}"/>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3209068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9CC05-A58E-7384-19A0-B8FE8BFE3B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024B9FD-3671-2062-DC62-1B3A7F694FA6}"/>
              </a:ext>
            </a:extLst>
          </p:cNvPr>
          <p:cNvSpPr>
            <a:spLocks noGrp="1"/>
          </p:cNvSpPr>
          <p:nvPr>
            <p:ph type="dt" sz="half" idx="10"/>
          </p:nvPr>
        </p:nvSpPr>
        <p:spPr/>
        <p:txBody>
          <a:bodyPr/>
          <a:lstStyle/>
          <a:p>
            <a:fld id="{A8A33B36-104F-4ED9-992E-7F9536B06705}" type="datetime1">
              <a:rPr lang="en-IN" smtClean="0"/>
              <a:t>19-02-2026</a:t>
            </a:fld>
            <a:endParaRPr lang="en-US"/>
          </a:p>
        </p:txBody>
      </p:sp>
      <p:sp>
        <p:nvSpPr>
          <p:cNvPr id="4" name="Footer Placeholder 3">
            <a:extLst>
              <a:ext uri="{FF2B5EF4-FFF2-40B4-BE49-F238E27FC236}">
                <a16:creationId xmlns:a16="http://schemas.microsoft.com/office/drawing/2014/main" id="{61F4E777-57B3-683A-A1F5-126719FF77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2CB8E30-A049-2BBE-9B46-A778169DD7CB}"/>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1860599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DC171-90C3-300A-627F-342274122954}"/>
              </a:ext>
            </a:extLst>
          </p:cNvPr>
          <p:cNvSpPr>
            <a:spLocks noGrp="1"/>
          </p:cNvSpPr>
          <p:nvPr>
            <p:ph type="dt" sz="half" idx="10"/>
          </p:nvPr>
        </p:nvSpPr>
        <p:spPr/>
        <p:txBody>
          <a:bodyPr/>
          <a:lstStyle/>
          <a:p>
            <a:fld id="{00A210FE-8289-4F1D-9DEB-7137B4CCE943}" type="datetime1">
              <a:rPr lang="en-IN" smtClean="0"/>
              <a:t>19-02-2026</a:t>
            </a:fld>
            <a:endParaRPr lang="en-US"/>
          </a:p>
        </p:txBody>
      </p:sp>
      <p:sp>
        <p:nvSpPr>
          <p:cNvPr id="3" name="Footer Placeholder 2">
            <a:extLst>
              <a:ext uri="{FF2B5EF4-FFF2-40B4-BE49-F238E27FC236}">
                <a16:creationId xmlns:a16="http://schemas.microsoft.com/office/drawing/2014/main" id="{277E9072-DEB6-3F07-4847-47BBB842F2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359515-EE8E-AF5C-FF0E-C5304C9F5EC3}"/>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2253688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1F6E1-94D9-82AA-3FA8-9856BCE7C8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7D00E6-6332-313B-033E-CCE959B205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7CAD09-2D8A-6C49-4D8E-CCF209685C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E486F1-FFE9-936A-61D8-7B365A3EEEB0}"/>
              </a:ext>
            </a:extLst>
          </p:cNvPr>
          <p:cNvSpPr>
            <a:spLocks noGrp="1"/>
          </p:cNvSpPr>
          <p:nvPr>
            <p:ph type="dt" sz="half" idx="10"/>
          </p:nvPr>
        </p:nvSpPr>
        <p:spPr/>
        <p:txBody>
          <a:bodyPr/>
          <a:lstStyle/>
          <a:p>
            <a:fld id="{2298F084-C6FA-42C6-9E82-F2C9D5812B5F}" type="datetime1">
              <a:rPr lang="en-IN" smtClean="0"/>
              <a:t>19-02-2026</a:t>
            </a:fld>
            <a:endParaRPr lang="en-US"/>
          </a:p>
        </p:txBody>
      </p:sp>
      <p:sp>
        <p:nvSpPr>
          <p:cNvPr id="6" name="Footer Placeholder 5">
            <a:extLst>
              <a:ext uri="{FF2B5EF4-FFF2-40B4-BE49-F238E27FC236}">
                <a16:creationId xmlns:a16="http://schemas.microsoft.com/office/drawing/2014/main" id="{01B6313E-1740-D962-17B7-B38EEBA806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3200F1-17D2-13F5-6B48-6E8DD157AB95}"/>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134336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F47F1-8CF7-E90A-4570-90377726A8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C8A45A-F24E-5B2C-7B16-86F249AD1A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06A23E-F438-4DDA-B9C1-4F86451B13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1C86AC-DFD8-83A1-89F4-029F93FD37F5}"/>
              </a:ext>
            </a:extLst>
          </p:cNvPr>
          <p:cNvSpPr>
            <a:spLocks noGrp="1"/>
          </p:cNvSpPr>
          <p:nvPr>
            <p:ph type="dt" sz="half" idx="10"/>
          </p:nvPr>
        </p:nvSpPr>
        <p:spPr/>
        <p:txBody>
          <a:bodyPr/>
          <a:lstStyle/>
          <a:p>
            <a:fld id="{E842CD94-5CFD-421C-9193-DF001A60C17C}" type="datetime1">
              <a:rPr lang="en-IN" smtClean="0"/>
              <a:t>19-02-2026</a:t>
            </a:fld>
            <a:endParaRPr lang="en-US"/>
          </a:p>
        </p:txBody>
      </p:sp>
      <p:sp>
        <p:nvSpPr>
          <p:cNvPr id="6" name="Footer Placeholder 5">
            <a:extLst>
              <a:ext uri="{FF2B5EF4-FFF2-40B4-BE49-F238E27FC236}">
                <a16:creationId xmlns:a16="http://schemas.microsoft.com/office/drawing/2014/main" id="{F0B69742-532D-246A-EFED-B48709548C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A91740-B372-FC14-AC77-4829F90D22CB}"/>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845543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9A4E7-1822-81DF-D528-F79116E98C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F2D887-6CC3-DD5F-573A-F926222D2C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9F4D0A-190F-DA9C-E537-1CC952C1C153}"/>
              </a:ext>
            </a:extLst>
          </p:cNvPr>
          <p:cNvSpPr>
            <a:spLocks noGrp="1"/>
          </p:cNvSpPr>
          <p:nvPr>
            <p:ph type="dt" sz="half" idx="10"/>
          </p:nvPr>
        </p:nvSpPr>
        <p:spPr/>
        <p:txBody>
          <a:bodyPr/>
          <a:lstStyle/>
          <a:p>
            <a:fld id="{5ED48067-3B3A-41CB-A40E-FF8F497F2D41}" type="datetime1">
              <a:rPr lang="en-IN" smtClean="0"/>
              <a:t>19-02-2026</a:t>
            </a:fld>
            <a:endParaRPr lang="en-US"/>
          </a:p>
        </p:txBody>
      </p:sp>
      <p:sp>
        <p:nvSpPr>
          <p:cNvPr id="5" name="Footer Placeholder 4">
            <a:extLst>
              <a:ext uri="{FF2B5EF4-FFF2-40B4-BE49-F238E27FC236}">
                <a16:creationId xmlns:a16="http://schemas.microsoft.com/office/drawing/2014/main" id="{3053E143-0291-32E3-4E1C-7ADA8B126C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3EFC80-2549-5844-0B80-303D66C07CB8}"/>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14614519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4ED1AE-87BA-5E79-17E0-D7FD3AA3C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ED5482-E41D-1F60-A464-B94113B651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36C9FE-595C-3B98-2114-6BC3588A37B4}"/>
              </a:ext>
            </a:extLst>
          </p:cNvPr>
          <p:cNvSpPr>
            <a:spLocks noGrp="1"/>
          </p:cNvSpPr>
          <p:nvPr>
            <p:ph type="dt" sz="half" idx="10"/>
          </p:nvPr>
        </p:nvSpPr>
        <p:spPr/>
        <p:txBody>
          <a:bodyPr/>
          <a:lstStyle/>
          <a:p>
            <a:fld id="{5E955E8D-4D8F-4436-8544-BF1C09032676}" type="datetime1">
              <a:rPr lang="en-IN" smtClean="0"/>
              <a:t>19-02-2026</a:t>
            </a:fld>
            <a:endParaRPr lang="en-US"/>
          </a:p>
        </p:txBody>
      </p:sp>
      <p:sp>
        <p:nvSpPr>
          <p:cNvPr id="5" name="Footer Placeholder 4">
            <a:extLst>
              <a:ext uri="{FF2B5EF4-FFF2-40B4-BE49-F238E27FC236}">
                <a16:creationId xmlns:a16="http://schemas.microsoft.com/office/drawing/2014/main" id="{4BCFB5D8-0FD8-0EC3-EA6F-15E1874E34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58AFF6-D58B-51C2-32B9-4845639D382A}"/>
              </a:ext>
            </a:extLst>
          </p:cNvPr>
          <p:cNvSpPr>
            <a:spLocks noGrp="1"/>
          </p:cNvSpPr>
          <p:nvPr>
            <p:ph type="sldNum" sz="quarter" idx="12"/>
          </p:nvPr>
        </p:nvSpPr>
        <p:spPr/>
        <p:txBody>
          <a:bodyPr/>
          <a:lstStyle/>
          <a:p>
            <a:fld id="{09C9ADEB-085E-42EF-9806-608EC1CF04BB}" type="slidenum">
              <a:rPr lang="en-US" smtClean="0"/>
              <a:t>‹#›</a:t>
            </a:fld>
            <a:endParaRPr lang="en-US"/>
          </a:p>
        </p:txBody>
      </p:sp>
    </p:spTree>
    <p:extLst>
      <p:ext uri="{BB962C8B-B14F-4D97-AF65-F5344CB8AC3E}">
        <p14:creationId xmlns:p14="http://schemas.microsoft.com/office/powerpoint/2010/main" val="778511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3D85E3-A30E-9A23-8E12-F03461DE3C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8C77035-71EC-E8C7-FEF9-2F789E7995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9F07D3-FA4D-A24B-CA11-F43A39E657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193C45-1C57-4014-B813-1E69A03AEDB3}" type="datetime1">
              <a:rPr lang="en-IN" smtClean="0"/>
              <a:t>19-02-2026</a:t>
            </a:fld>
            <a:endParaRPr lang="en-US"/>
          </a:p>
        </p:txBody>
      </p:sp>
      <p:sp>
        <p:nvSpPr>
          <p:cNvPr id="5" name="Footer Placeholder 4">
            <a:extLst>
              <a:ext uri="{FF2B5EF4-FFF2-40B4-BE49-F238E27FC236}">
                <a16:creationId xmlns:a16="http://schemas.microsoft.com/office/drawing/2014/main" id="{808FE064-FB89-D8A9-05ED-FC8A502A50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CAFA2E-9753-C5BA-CC4D-AD6ACD3664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9C9ADEB-085E-42EF-9806-608EC1CF04BB}" type="slidenum">
              <a:rPr lang="en-US" smtClean="0"/>
              <a:t>‹#›</a:t>
            </a:fld>
            <a:endParaRPr lang="en-US"/>
          </a:p>
        </p:txBody>
      </p:sp>
    </p:spTree>
    <p:extLst>
      <p:ext uri="{BB962C8B-B14F-4D97-AF65-F5344CB8AC3E}">
        <p14:creationId xmlns:p14="http://schemas.microsoft.com/office/powerpoint/2010/main" val="278836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A5D7-8E06-0DFE-A838-14654C4FBA5B}"/>
              </a:ext>
            </a:extLst>
          </p:cNvPr>
          <p:cNvSpPr>
            <a:spLocks noGrp="1"/>
          </p:cNvSpPr>
          <p:nvPr>
            <p:ph type="title"/>
          </p:nvPr>
        </p:nvSpPr>
        <p:spPr>
          <a:xfrm>
            <a:off x="772886" y="68742"/>
            <a:ext cx="10515600" cy="1325563"/>
          </a:xfrm>
        </p:spPr>
        <p:txBody>
          <a:bodyPr>
            <a:normAutofit/>
          </a:bodyPr>
          <a:lstStyle/>
          <a:p>
            <a:pPr algn="ctr"/>
            <a:r>
              <a:rPr lang="en-US" b="1" dirty="0">
                <a:latin typeface="Times New Roman" panose="02020603050405020304" pitchFamily="18" charset="0"/>
                <a:cs typeface="Times New Roman" panose="02020603050405020304" pitchFamily="18" charset="0"/>
              </a:rPr>
              <a:t>Contents</a:t>
            </a:r>
            <a:endParaRPr lang="en-IN" b="1" dirty="0">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56E965CE-C0C6-6252-337C-904ED354C729}"/>
              </a:ext>
            </a:extLst>
          </p:cNvPr>
          <p:cNvSpPr>
            <a:spLocks noGrp="1"/>
          </p:cNvSpPr>
          <p:nvPr>
            <p:ph type="dt" sz="half" idx="10"/>
          </p:nvPr>
        </p:nvSpPr>
        <p:spPr/>
        <p:txBody>
          <a:bodyPr/>
          <a:lstStyle/>
          <a:p>
            <a:fld id="{041C828D-1824-4BD5-A203-162EE12D646F}" type="datetime1">
              <a:rPr lang="en-IN" smtClean="0"/>
              <a:t>19-02-2026</a:t>
            </a:fld>
            <a:endParaRPr lang="en-US"/>
          </a:p>
        </p:txBody>
      </p:sp>
      <p:sp>
        <p:nvSpPr>
          <p:cNvPr id="4" name="Footer Placeholder 3">
            <a:extLst>
              <a:ext uri="{FF2B5EF4-FFF2-40B4-BE49-F238E27FC236}">
                <a16:creationId xmlns:a16="http://schemas.microsoft.com/office/drawing/2014/main" id="{E9D87AB2-06E1-6DA1-3FDD-569C5FFD0B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37EAB64-4845-00CC-A5FE-68211FF8734E}"/>
              </a:ext>
            </a:extLst>
          </p:cNvPr>
          <p:cNvSpPr>
            <a:spLocks noGrp="1"/>
          </p:cNvSpPr>
          <p:nvPr>
            <p:ph type="sldNum" sz="quarter" idx="12"/>
          </p:nvPr>
        </p:nvSpPr>
        <p:spPr/>
        <p:txBody>
          <a:bodyPr/>
          <a:lstStyle/>
          <a:p>
            <a:fld id="{8E6C5A29-BFD3-4066-B2A4-96596123CA8B}" type="slidenum">
              <a:rPr lang="en-US" smtClean="0"/>
              <a:pPr/>
              <a:t>1</a:t>
            </a:fld>
            <a:endParaRPr lang="en-US"/>
          </a:p>
        </p:txBody>
      </p:sp>
      <p:sp>
        <p:nvSpPr>
          <p:cNvPr id="7" name="TextBox 6">
            <a:extLst>
              <a:ext uri="{FF2B5EF4-FFF2-40B4-BE49-F238E27FC236}">
                <a16:creationId xmlns:a16="http://schemas.microsoft.com/office/drawing/2014/main" id="{1C7D59EA-E10A-4A85-853F-DF4FB3720403}"/>
              </a:ext>
            </a:extLst>
          </p:cNvPr>
          <p:cNvSpPr txBox="1"/>
          <p:nvPr/>
        </p:nvSpPr>
        <p:spPr>
          <a:xfrm>
            <a:off x="83420" y="964932"/>
            <a:ext cx="10964025" cy="5740033"/>
          </a:xfrm>
          <a:prstGeom prst="rect">
            <a:avLst/>
          </a:prstGeom>
          <a:noFill/>
        </p:spPr>
        <p:txBody>
          <a:bodyPr wrap="square">
            <a:spAutoFit/>
          </a:bodyPr>
          <a:lstStyle/>
          <a:p>
            <a:pPr algn="just">
              <a:lnSpc>
                <a:spcPct val="100000"/>
              </a:lnSpc>
              <a:spcBef>
                <a:spcPct val="20000"/>
              </a:spcBef>
            </a:pPr>
            <a:r>
              <a:rPr lang="en-US" sz="2200">
                <a:latin typeface="Times New Roman" panose="02020603050405020304" pitchFamily="18" charset="0"/>
                <a:cs typeface="Times New Roman" panose="02020603050405020304" pitchFamily="18" charset="0"/>
              </a:rPr>
              <a:t>1.  Abstract</a:t>
            </a:r>
            <a:endParaRPr lang="en-US" sz="2200" dirty="0">
              <a:latin typeface="Times New Roman" panose="02020603050405020304" pitchFamily="18" charset="0"/>
              <a:cs typeface="Times New Roman" panose="02020603050405020304" pitchFamily="18" charset="0"/>
            </a:endParaRPr>
          </a:p>
          <a:p>
            <a:pPr algn="just">
              <a:lnSpc>
                <a:spcPct val="150000"/>
              </a:lnSpc>
              <a:spcBef>
                <a:spcPct val="20000"/>
              </a:spcBef>
            </a:pPr>
            <a:r>
              <a:rPr lang="en-US" sz="2400">
                <a:latin typeface="Times New Roman" panose="02020603050405020304" pitchFamily="18" charset="0"/>
                <a:cs typeface="Times New Roman" panose="02020603050405020304" pitchFamily="18" charset="0"/>
              </a:rPr>
              <a:t>2. Introduction</a:t>
            </a:r>
            <a:endParaRPr lang="en-US" sz="2400" dirty="0">
              <a:latin typeface="Times New Roman" panose="02020603050405020304" pitchFamily="18" charset="0"/>
              <a:cs typeface="Times New Roman" panose="02020603050405020304" pitchFamily="18" charset="0"/>
            </a:endParaRPr>
          </a:p>
          <a:p>
            <a:pPr algn="just">
              <a:lnSpc>
                <a:spcPct val="150000"/>
              </a:lnSpc>
              <a:spcBef>
                <a:spcPct val="20000"/>
              </a:spcBef>
            </a:pPr>
            <a:r>
              <a:rPr lang="en-US" sz="2400">
                <a:latin typeface="Times New Roman" panose="02020603050405020304" pitchFamily="18" charset="0"/>
                <a:cs typeface="Times New Roman" panose="02020603050405020304" pitchFamily="18" charset="0"/>
              </a:rPr>
              <a:t>3.  Literature Survey</a:t>
            </a:r>
          </a:p>
          <a:p>
            <a:pPr algn="just">
              <a:lnSpc>
                <a:spcPct val="150000"/>
              </a:lnSpc>
              <a:spcBef>
                <a:spcPct val="20000"/>
              </a:spcBef>
            </a:pPr>
            <a:r>
              <a:rPr lang="en-US" sz="2400">
                <a:latin typeface="Times New Roman" panose="02020603050405020304" pitchFamily="18" charset="0"/>
                <a:cs typeface="Times New Roman" panose="02020603050405020304" pitchFamily="18" charset="0"/>
              </a:rPr>
              <a:t>4.  Software Requirement Specifications</a:t>
            </a:r>
          </a:p>
          <a:p>
            <a:pPr algn="just">
              <a:lnSpc>
                <a:spcPct val="150000"/>
              </a:lnSpc>
              <a:spcBef>
                <a:spcPct val="20000"/>
              </a:spcBef>
            </a:pPr>
            <a:r>
              <a:rPr lang="en-US" sz="2400">
                <a:latin typeface="Times New Roman" panose="02020603050405020304" pitchFamily="18" charset="0"/>
                <a:cs typeface="Times New Roman" panose="02020603050405020304" pitchFamily="18" charset="0"/>
              </a:rPr>
              <a:t>5.  Design</a:t>
            </a:r>
          </a:p>
          <a:p>
            <a:pPr algn="just">
              <a:lnSpc>
                <a:spcPct val="150000"/>
              </a:lnSpc>
              <a:spcBef>
                <a:spcPct val="20000"/>
              </a:spcBef>
            </a:pPr>
            <a:r>
              <a:rPr lang="en-US" sz="2400">
                <a:latin typeface="Times New Roman" panose="02020603050405020304" pitchFamily="18" charset="0"/>
                <a:cs typeface="Times New Roman" panose="02020603050405020304" pitchFamily="18" charset="0"/>
              </a:rPr>
              <a:t>6.  Implementation </a:t>
            </a:r>
            <a:endParaRPr lang="en-US" sz="2400" dirty="0">
              <a:latin typeface="Times New Roman" panose="02020603050405020304" pitchFamily="18" charset="0"/>
              <a:cs typeface="Times New Roman" panose="02020603050405020304" pitchFamily="18" charset="0"/>
            </a:endParaRPr>
          </a:p>
          <a:p>
            <a:pPr algn="just">
              <a:lnSpc>
                <a:spcPct val="150000"/>
              </a:lnSpc>
              <a:spcBef>
                <a:spcPct val="20000"/>
              </a:spcBef>
            </a:pPr>
            <a:r>
              <a:rPr lang="en-US" sz="2400">
                <a:latin typeface="Times New Roman" panose="02020603050405020304" pitchFamily="18" charset="0"/>
                <a:cs typeface="Times New Roman" panose="02020603050405020304" pitchFamily="18" charset="0"/>
              </a:rPr>
              <a:t>7.  Testing and Results</a:t>
            </a:r>
            <a:endParaRPr lang="en-US" sz="2400" dirty="0">
              <a:latin typeface="Times New Roman" panose="02020603050405020304" pitchFamily="18" charset="0"/>
              <a:cs typeface="Times New Roman" panose="02020603050405020304" pitchFamily="18" charset="0"/>
            </a:endParaRPr>
          </a:p>
          <a:p>
            <a:pPr algn="just">
              <a:lnSpc>
                <a:spcPct val="150000"/>
              </a:lnSpc>
              <a:spcBef>
                <a:spcPct val="20000"/>
              </a:spcBef>
            </a:pPr>
            <a:r>
              <a:rPr lang="en-US" sz="2400">
                <a:latin typeface="Times New Roman" panose="02020603050405020304" pitchFamily="18" charset="0"/>
                <a:cs typeface="Times New Roman" panose="02020603050405020304" pitchFamily="18" charset="0"/>
              </a:rPr>
              <a:t>8. Conclusion </a:t>
            </a:r>
            <a:endParaRPr lang="en-US" sz="2400" dirty="0">
              <a:latin typeface="Times New Roman" panose="02020603050405020304" pitchFamily="18" charset="0"/>
              <a:cs typeface="Times New Roman" panose="02020603050405020304" pitchFamily="18" charset="0"/>
            </a:endParaRPr>
          </a:p>
          <a:p>
            <a:pPr algn="just">
              <a:lnSpc>
                <a:spcPct val="150000"/>
              </a:lnSpc>
              <a:spcBef>
                <a:spcPct val="20000"/>
              </a:spcBef>
            </a:pPr>
            <a:r>
              <a:rPr lang="en-US" sz="2400">
                <a:latin typeface="Times New Roman" panose="02020603050405020304" pitchFamily="18" charset="0"/>
                <a:cs typeface="Times New Roman" panose="02020603050405020304" pitchFamily="18" charset="0"/>
              </a:rPr>
              <a:t>9. References</a:t>
            </a:r>
            <a:endParaRPr lang="en-US" sz="2400" dirty="0">
              <a:latin typeface="Times New Roman" panose="02020603050405020304" pitchFamily="18" charset="0"/>
              <a:cs typeface="Times New Roman" panose="02020603050405020304" pitchFamily="18" charset="0"/>
            </a:endParaRPr>
          </a:p>
          <a:p>
            <a:pPr marL="845820" lvl="1" indent="0" algn="just">
              <a:lnSpc>
                <a:spcPct val="100000"/>
              </a:lnSpc>
              <a:spcBef>
                <a:spcPct val="20000"/>
              </a:spcBef>
              <a:buNone/>
            </a:pPr>
            <a:r>
              <a:rPr lang="en-US" sz="1550" dirty="0">
                <a:latin typeface="Times New Roman"/>
                <a:cs typeface="Times New Roman"/>
              </a:rPr>
              <a:t> </a:t>
            </a:r>
          </a:p>
        </p:txBody>
      </p:sp>
      <p:pic>
        <p:nvPicPr>
          <p:cNvPr id="8" name="Picture 7">
            <a:extLst>
              <a:ext uri="{FF2B5EF4-FFF2-40B4-BE49-F238E27FC236}">
                <a16:creationId xmlns:a16="http://schemas.microsoft.com/office/drawing/2014/main" id="{E038DC1F-750F-D0D2-9462-43805A4FB744}"/>
              </a:ext>
            </a:extLst>
          </p:cNvPr>
          <p:cNvPicPr>
            <a:picLocks noChangeAspect="1"/>
          </p:cNvPicPr>
          <p:nvPr/>
        </p:nvPicPr>
        <p:blipFill>
          <a:blip r:embed="rId2"/>
          <a:stretch>
            <a:fillRect/>
          </a:stretch>
        </p:blipFill>
        <p:spPr>
          <a:xfrm>
            <a:off x="11173634" y="68742"/>
            <a:ext cx="896190" cy="896190"/>
          </a:xfrm>
          <a:prstGeom prst="rect">
            <a:avLst/>
          </a:prstGeom>
        </p:spPr>
      </p:pic>
      <p:sp>
        <p:nvSpPr>
          <p:cNvPr id="10" name="TextBox 9">
            <a:extLst>
              <a:ext uri="{FF2B5EF4-FFF2-40B4-BE49-F238E27FC236}">
                <a16:creationId xmlns:a16="http://schemas.microsoft.com/office/drawing/2014/main" id="{6752626C-42CA-8FDA-41B8-D6FD0F48CACD}"/>
              </a:ext>
            </a:extLst>
          </p:cNvPr>
          <p:cNvSpPr txBox="1"/>
          <p:nvPr/>
        </p:nvSpPr>
        <p:spPr>
          <a:xfrm>
            <a:off x="772886" y="0"/>
            <a:ext cx="6094562" cy="356188"/>
          </a:xfrm>
          <a:prstGeom prst="rect">
            <a:avLst/>
          </a:prstGeom>
          <a:noFill/>
        </p:spPr>
        <p:txBody>
          <a:bodyPr wrap="square">
            <a:spAutoFit/>
          </a:bodyPr>
          <a:lstStyle/>
          <a:p>
            <a:pPr>
              <a:lnSpc>
                <a:spcPct val="200000"/>
              </a:lnSpc>
            </a:pPr>
            <a:r>
              <a:rPr lang="en-US" sz="1000">
                <a:latin typeface="Times New Roman" panose="02020603050405020304" pitchFamily="18" charset="0"/>
                <a:cs typeface="Times New Roman" panose="02020603050405020304" pitchFamily="18" charset="0"/>
              </a:rPr>
              <a:t>Continuous Sign Language Recognition </a:t>
            </a:r>
            <a:endParaRPr lang="en-IN" sz="1000"/>
          </a:p>
        </p:txBody>
      </p:sp>
    </p:spTree>
    <p:extLst>
      <p:ext uri="{BB962C8B-B14F-4D97-AF65-F5344CB8AC3E}">
        <p14:creationId xmlns:p14="http://schemas.microsoft.com/office/powerpoint/2010/main" val="1122899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3834E-15FA-0691-0587-7C45B486AA8D}"/>
              </a:ext>
            </a:extLst>
          </p:cNvPr>
          <p:cNvSpPr>
            <a:spLocks noGrp="1"/>
          </p:cNvSpPr>
          <p:nvPr>
            <p:ph type="title"/>
          </p:nvPr>
        </p:nvSpPr>
        <p:spPr>
          <a:xfrm>
            <a:off x="754225" y="215836"/>
            <a:ext cx="10515600" cy="738118"/>
          </a:xfrm>
        </p:spPr>
        <p:txBody>
          <a:bodyPr>
            <a:noAutofit/>
          </a:bodyPr>
          <a:lstStyle/>
          <a:p>
            <a:pPr algn="ctr"/>
            <a:r>
              <a:rPr lang="en-US"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75B22E5-2969-A9A5-94B5-56B142A3C4BC}"/>
              </a:ext>
            </a:extLst>
          </p:cNvPr>
          <p:cNvSpPr>
            <a:spLocks noGrp="1"/>
          </p:cNvSpPr>
          <p:nvPr>
            <p:ph idx="1"/>
          </p:nvPr>
        </p:nvSpPr>
        <p:spPr>
          <a:xfrm>
            <a:off x="83420" y="1321178"/>
            <a:ext cx="11838114" cy="5186686"/>
          </a:xfrm>
        </p:spPr>
        <p:txBody>
          <a:bodyPr>
            <a:normAutofit/>
          </a:bodyPr>
          <a:lstStyle/>
          <a:p>
            <a:pPr marL="0" indent="0" algn="just">
              <a:lnSpc>
                <a:spcPct val="200000"/>
              </a:lnSpc>
              <a:buNone/>
            </a:pPr>
            <a:r>
              <a:rPr lang="en-US" sz="2400">
                <a:latin typeface="Times New Roman" panose="02020603050405020304" pitchFamily="18" charset="0"/>
                <a:cs typeface="Times New Roman" panose="02020603050405020304" pitchFamily="18" charset="0"/>
              </a:rPr>
              <a:t>The system captures real-time hand gestures using MediaPipe and classifies them into alphabets, words, and sentences.Recognized signs are converted into natural multilingual speech for clear communication.Speech input is processed and mapped to sign animations, enabling speech-to-sign translation.This dual-mode framework bridges communication gaps and makes interaction more inclusive and accessible.</a:t>
            </a:r>
            <a:endParaRPr lang="en-US"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34C65D7-E9BC-A57E-86EF-098B87CFB4A4}"/>
              </a:ext>
            </a:extLst>
          </p:cNvPr>
          <p:cNvSpPr txBox="1"/>
          <p:nvPr/>
        </p:nvSpPr>
        <p:spPr>
          <a:xfrm>
            <a:off x="754225" y="-104741"/>
            <a:ext cx="6125546"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7" name="Date Placeholder 6">
            <a:extLst>
              <a:ext uri="{FF2B5EF4-FFF2-40B4-BE49-F238E27FC236}">
                <a16:creationId xmlns:a16="http://schemas.microsoft.com/office/drawing/2014/main" id="{FCBBFEA8-C0AC-ED38-3CBD-DED8038D7D97}"/>
              </a:ext>
            </a:extLst>
          </p:cNvPr>
          <p:cNvSpPr>
            <a:spLocks noGrp="1"/>
          </p:cNvSpPr>
          <p:nvPr>
            <p:ph type="dt" sz="half" idx="10"/>
          </p:nvPr>
        </p:nvSpPr>
        <p:spPr/>
        <p:txBody>
          <a:bodyPr/>
          <a:lstStyle/>
          <a:p>
            <a:fld id="{BD92BF12-9F93-4149-ADBD-99B98014EAB1}" type="datetime1">
              <a:rPr lang="en-IN" smtClean="0"/>
              <a:t>19-02-2026</a:t>
            </a:fld>
            <a:endParaRPr lang="en-US"/>
          </a:p>
        </p:txBody>
      </p:sp>
      <p:sp>
        <p:nvSpPr>
          <p:cNvPr id="9" name="Footer Placeholder 8">
            <a:extLst>
              <a:ext uri="{FF2B5EF4-FFF2-40B4-BE49-F238E27FC236}">
                <a16:creationId xmlns:a16="http://schemas.microsoft.com/office/drawing/2014/main" id="{EEEA6841-7C97-3449-A6D3-D77209BCC59D}"/>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A88608A6-7D8C-BE91-4E9D-A6B33470E4D2}"/>
              </a:ext>
            </a:extLst>
          </p:cNvPr>
          <p:cNvSpPr>
            <a:spLocks noGrp="1"/>
          </p:cNvSpPr>
          <p:nvPr>
            <p:ph type="sldNum" sz="quarter" idx="12"/>
          </p:nvPr>
        </p:nvSpPr>
        <p:spPr/>
        <p:txBody>
          <a:bodyPr/>
          <a:lstStyle/>
          <a:p>
            <a:fld id="{09C9ADEB-085E-42EF-9806-608EC1CF04BB}" type="slidenum">
              <a:rPr lang="en-US" smtClean="0"/>
              <a:t>2</a:t>
            </a:fld>
            <a:endParaRPr lang="en-US"/>
          </a:p>
        </p:txBody>
      </p:sp>
    </p:spTree>
    <p:extLst>
      <p:ext uri="{BB962C8B-B14F-4D97-AF65-F5344CB8AC3E}">
        <p14:creationId xmlns:p14="http://schemas.microsoft.com/office/powerpoint/2010/main" val="3007638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9A7EB-6BC1-0CCD-1069-18E056692FA3}"/>
              </a:ext>
            </a:extLst>
          </p:cNvPr>
          <p:cNvSpPr>
            <a:spLocks noGrp="1"/>
          </p:cNvSpPr>
          <p:nvPr>
            <p:ph type="title"/>
          </p:nvPr>
        </p:nvSpPr>
        <p:spPr>
          <a:xfrm>
            <a:off x="772886" y="98082"/>
            <a:ext cx="10515600" cy="837510"/>
          </a:xfrm>
        </p:spPr>
        <p:txBody>
          <a:bodyPr>
            <a:normAutofit/>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37B8DFC1-B221-E4F9-8169-54BC0FCD3066}"/>
              </a:ext>
            </a:extLst>
          </p:cNvPr>
          <p:cNvSpPr>
            <a:spLocks noGrp="1"/>
          </p:cNvSpPr>
          <p:nvPr>
            <p:ph idx="1"/>
          </p:nvPr>
        </p:nvSpPr>
        <p:spPr>
          <a:xfrm>
            <a:off x="138404" y="1097696"/>
            <a:ext cx="11784564" cy="5556988"/>
          </a:xfrm>
        </p:spPr>
        <p:txBody>
          <a:bodyPr>
            <a:normAutofit/>
          </a:bodyPr>
          <a:lstStyle/>
          <a:p>
            <a:pPr algn="just">
              <a:lnSpc>
                <a:spcPct val="150000"/>
              </a:lnSpc>
              <a:spcBef>
                <a:spcPts val="0"/>
              </a:spcBef>
              <a:spcAft>
                <a:spcPts val="800"/>
              </a:spcAft>
            </a:pPr>
            <a:r>
              <a:rPr lang="en-IN" sz="240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Sign language serves as a vital mode of communication for the deaf and hard-of-hearing community.</a:t>
            </a:r>
          </a:p>
          <a:p>
            <a:pPr algn="just">
              <a:lnSpc>
                <a:spcPct val="150000"/>
              </a:lnSpc>
              <a:spcBef>
                <a:spcPts val="0"/>
              </a:spcBef>
              <a:spcAft>
                <a:spcPts val="800"/>
              </a:spcAft>
            </a:pPr>
            <a:r>
              <a:rPr lang="en-US" sz="2400">
                <a:latin typeface="Times New Roman" panose="02020603050405020304" pitchFamily="18" charset="0"/>
                <a:cs typeface="Times New Roman" panose="02020603050405020304" pitchFamily="18" charset="0"/>
              </a:rPr>
              <a:t>Deaf and hard-of-hearing individuals rely on sign language, but most hearing people do not understand it, creating a communication gap.</a:t>
            </a:r>
          </a:p>
          <a:p>
            <a:pPr algn="just">
              <a:lnSpc>
                <a:spcPct val="150000"/>
              </a:lnSpc>
              <a:spcBef>
                <a:spcPts val="0"/>
              </a:spcBef>
              <a:spcAft>
                <a:spcPts val="800"/>
              </a:spcAft>
            </a:pPr>
            <a:r>
              <a:rPr lang="en-US" sz="2400">
                <a:latin typeface="Times New Roman" panose="02020603050405020304" pitchFamily="18" charset="0"/>
                <a:cs typeface="Times New Roman" panose="02020603050405020304" pitchFamily="18" charset="0"/>
              </a:rPr>
              <a:t>Advancements in computer vision, deep learning, and NLP now enable intelligent systems that can translate between sign language and speech.</a:t>
            </a:r>
          </a:p>
          <a:p>
            <a:pPr algn="just">
              <a:lnSpc>
                <a:spcPct val="150000"/>
              </a:lnSpc>
              <a:spcBef>
                <a:spcPts val="0"/>
              </a:spcBef>
              <a:spcAft>
                <a:spcPts val="800"/>
              </a:spcAft>
            </a:pPr>
            <a:r>
              <a:rPr lang="en-US" sz="2400">
                <a:latin typeface="Times New Roman" panose="02020603050405020304" pitchFamily="18" charset="0"/>
                <a:cs typeface="Times New Roman" panose="02020603050405020304" pitchFamily="18" charset="0"/>
              </a:rPr>
              <a:t>The project provides a real-time assistive platform that converts sign gestures to speech and speech to sign animations.</a:t>
            </a:r>
          </a:p>
          <a:p>
            <a:pPr algn="just">
              <a:lnSpc>
                <a:spcPct val="100000"/>
              </a:lnSpc>
              <a:spcBef>
                <a:spcPts val="0"/>
              </a:spcBef>
              <a:spcAft>
                <a:spcPts val="800"/>
              </a:spcAft>
            </a:pPr>
            <a:endParaRPr lang="en-US"/>
          </a:p>
          <a:p>
            <a:pPr algn="just">
              <a:lnSpc>
                <a:spcPct val="100000"/>
              </a:lnSpc>
              <a:spcBef>
                <a:spcPts val="0"/>
              </a:spcBef>
              <a:spcAft>
                <a:spcPts val="800"/>
              </a:spcAft>
            </a:pPr>
            <a:endParaRPr lang="en-US"/>
          </a:p>
          <a:p>
            <a:pPr algn="just">
              <a:lnSpc>
                <a:spcPct val="100000"/>
              </a:lnSpc>
              <a:spcBef>
                <a:spcPts val="0"/>
              </a:spcBef>
              <a:spcAft>
                <a:spcPts val="800"/>
              </a:spcAft>
            </a:pPr>
            <a:endParaRPr lang="en-US" dirty="0"/>
          </a:p>
        </p:txBody>
      </p:sp>
      <p:sp>
        <p:nvSpPr>
          <p:cNvPr id="8" name="TextBox 7">
            <a:extLst>
              <a:ext uri="{FF2B5EF4-FFF2-40B4-BE49-F238E27FC236}">
                <a16:creationId xmlns:a16="http://schemas.microsoft.com/office/drawing/2014/main" id="{71AB12F0-1E3F-7D6C-88AA-431F27B39389}"/>
              </a:ext>
            </a:extLst>
          </p:cNvPr>
          <p:cNvSpPr txBox="1"/>
          <p:nvPr/>
        </p:nvSpPr>
        <p:spPr>
          <a:xfrm>
            <a:off x="697464" y="-64022"/>
            <a:ext cx="609755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9" name="Date Placeholder 8">
            <a:extLst>
              <a:ext uri="{FF2B5EF4-FFF2-40B4-BE49-F238E27FC236}">
                <a16:creationId xmlns:a16="http://schemas.microsoft.com/office/drawing/2014/main" id="{8B740011-8B5D-59B3-9FFD-942C0033EA5F}"/>
              </a:ext>
            </a:extLst>
          </p:cNvPr>
          <p:cNvSpPr>
            <a:spLocks noGrp="1"/>
          </p:cNvSpPr>
          <p:nvPr>
            <p:ph type="dt" sz="half" idx="10"/>
          </p:nvPr>
        </p:nvSpPr>
        <p:spPr/>
        <p:txBody>
          <a:bodyPr/>
          <a:lstStyle/>
          <a:p>
            <a:fld id="{65C1FB0B-A6FC-4FB2-A242-4994E723B637}" type="datetime1">
              <a:rPr lang="en-IN" smtClean="0"/>
              <a:t>19-02-2026</a:t>
            </a:fld>
            <a:endParaRPr lang="en-US"/>
          </a:p>
        </p:txBody>
      </p:sp>
      <p:sp>
        <p:nvSpPr>
          <p:cNvPr id="10" name="Footer Placeholder 9">
            <a:extLst>
              <a:ext uri="{FF2B5EF4-FFF2-40B4-BE49-F238E27FC236}">
                <a16:creationId xmlns:a16="http://schemas.microsoft.com/office/drawing/2014/main" id="{9D23E9B5-BC58-FFCC-B9C8-18F9F959964B}"/>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223DC1C9-FCB9-3215-37A0-3543EE735597}"/>
              </a:ext>
            </a:extLst>
          </p:cNvPr>
          <p:cNvSpPr>
            <a:spLocks noGrp="1"/>
          </p:cNvSpPr>
          <p:nvPr>
            <p:ph type="sldNum" sz="quarter" idx="12"/>
          </p:nvPr>
        </p:nvSpPr>
        <p:spPr/>
        <p:txBody>
          <a:bodyPr/>
          <a:lstStyle/>
          <a:p>
            <a:fld id="{09C9ADEB-085E-42EF-9806-608EC1CF04BB}" type="slidenum">
              <a:rPr lang="en-US" smtClean="0"/>
              <a:t>3</a:t>
            </a:fld>
            <a:endParaRPr lang="en-US"/>
          </a:p>
        </p:txBody>
      </p:sp>
    </p:spTree>
    <p:extLst>
      <p:ext uri="{BB962C8B-B14F-4D97-AF65-F5344CB8AC3E}">
        <p14:creationId xmlns:p14="http://schemas.microsoft.com/office/powerpoint/2010/main" val="4172856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270D6-1122-7AB1-AA5B-C3848DC15CB4}"/>
              </a:ext>
            </a:extLst>
          </p:cNvPr>
          <p:cNvSpPr>
            <a:spLocks noGrp="1"/>
          </p:cNvSpPr>
          <p:nvPr>
            <p:ph type="title"/>
          </p:nvPr>
        </p:nvSpPr>
        <p:spPr>
          <a:xfrm>
            <a:off x="968829" y="118487"/>
            <a:ext cx="10515600" cy="767936"/>
          </a:xfrm>
        </p:spPr>
        <p:txBody>
          <a:bodyPr>
            <a:noAutofit/>
          </a:bodyPr>
          <a:lstStyle/>
          <a:p>
            <a:pPr algn="ctr"/>
            <a:r>
              <a:rPr lang="en-US" sz="6000" b="1">
                <a:latin typeface="Times New Roman" panose="02020603050405020304" pitchFamily="18" charset="0"/>
                <a:cs typeface="Times New Roman" panose="02020603050405020304" pitchFamily="18" charset="0"/>
              </a:rPr>
              <a:t>   </a:t>
            </a:r>
            <a:r>
              <a:rPr lang="en-US" b="1">
                <a:latin typeface="Times New Roman" panose="02020603050405020304" pitchFamily="18" charset="0"/>
                <a:cs typeface="Times New Roman" panose="02020603050405020304" pitchFamily="18" charset="0"/>
              </a:rPr>
              <a:t>Literature</a:t>
            </a:r>
            <a:r>
              <a:rPr lang="en-US"/>
              <a:t> </a:t>
            </a:r>
            <a:r>
              <a:rPr lang="en-US" b="1" dirty="0">
                <a:latin typeface="Times New Roman" panose="02020603050405020304" pitchFamily="18" charset="0"/>
                <a:cs typeface="Times New Roman" panose="02020603050405020304" pitchFamily="18" charset="0"/>
              </a:rPr>
              <a:t>Survey </a:t>
            </a:r>
          </a:p>
        </p:txBody>
      </p:sp>
      <p:graphicFrame>
        <p:nvGraphicFramePr>
          <p:cNvPr id="4" name="Table 3">
            <a:extLst>
              <a:ext uri="{FF2B5EF4-FFF2-40B4-BE49-F238E27FC236}">
                <a16:creationId xmlns:a16="http://schemas.microsoft.com/office/drawing/2014/main" id="{2CE75F9E-3185-4F0F-2F06-F45FC0A4461C}"/>
              </a:ext>
            </a:extLst>
          </p:cNvPr>
          <p:cNvGraphicFramePr>
            <a:graphicFrameLocks noGrp="1"/>
          </p:cNvGraphicFramePr>
          <p:nvPr>
            <p:extLst>
              <p:ext uri="{D42A27DB-BD31-4B8C-83A1-F6EECF244321}">
                <p14:modId xmlns:p14="http://schemas.microsoft.com/office/powerpoint/2010/main" val="2875992660"/>
              </p:ext>
            </p:extLst>
          </p:nvPr>
        </p:nvGraphicFramePr>
        <p:xfrm>
          <a:off x="383434" y="875207"/>
          <a:ext cx="11277893" cy="5895104"/>
        </p:xfrm>
        <a:graphic>
          <a:graphicData uri="http://schemas.openxmlformats.org/drawingml/2006/table">
            <a:tbl>
              <a:tblPr firstRow="1" bandRow="1">
                <a:tableStyleId>{5C22544A-7EE6-4342-B048-85BDC9FD1C3A}</a:tableStyleId>
              </a:tblPr>
              <a:tblGrid>
                <a:gridCol w="1176631">
                  <a:extLst>
                    <a:ext uri="{9D8B030D-6E8A-4147-A177-3AD203B41FA5}">
                      <a16:colId xmlns:a16="http://schemas.microsoft.com/office/drawing/2014/main" val="2037967822"/>
                    </a:ext>
                  </a:extLst>
                </a:gridCol>
                <a:gridCol w="3334526">
                  <a:extLst>
                    <a:ext uri="{9D8B030D-6E8A-4147-A177-3AD203B41FA5}">
                      <a16:colId xmlns:a16="http://schemas.microsoft.com/office/drawing/2014/main" val="903785080"/>
                    </a:ext>
                  </a:extLst>
                </a:gridCol>
                <a:gridCol w="2255579">
                  <a:extLst>
                    <a:ext uri="{9D8B030D-6E8A-4147-A177-3AD203B41FA5}">
                      <a16:colId xmlns:a16="http://schemas.microsoft.com/office/drawing/2014/main" val="4181185242"/>
                    </a:ext>
                  </a:extLst>
                </a:gridCol>
                <a:gridCol w="881364">
                  <a:extLst>
                    <a:ext uri="{9D8B030D-6E8A-4147-A177-3AD203B41FA5}">
                      <a16:colId xmlns:a16="http://schemas.microsoft.com/office/drawing/2014/main" val="3351597036"/>
                    </a:ext>
                  </a:extLst>
                </a:gridCol>
                <a:gridCol w="3629793">
                  <a:extLst>
                    <a:ext uri="{9D8B030D-6E8A-4147-A177-3AD203B41FA5}">
                      <a16:colId xmlns:a16="http://schemas.microsoft.com/office/drawing/2014/main" val="1188052598"/>
                    </a:ext>
                  </a:extLst>
                </a:gridCol>
              </a:tblGrid>
              <a:tr h="591584">
                <a:tc>
                  <a:txBody>
                    <a:bodyPr/>
                    <a:lstStyle/>
                    <a:p>
                      <a:r>
                        <a:rPr lang="en-US" b="1" dirty="0"/>
                        <a:t>Sl. No</a:t>
                      </a:r>
                      <a:endParaRPr lang="en-US" dirty="0"/>
                    </a:p>
                  </a:txBody>
                  <a:tcPr anchor="ctr"/>
                </a:tc>
                <a:tc>
                  <a:txBody>
                    <a:bodyPr/>
                    <a:lstStyle/>
                    <a:p>
                      <a:r>
                        <a:rPr lang="en-US" b="1"/>
                        <a:t>Title</a:t>
                      </a:r>
                      <a:endParaRPr lang="en-US"/>
                    </a:p>
                  </a:txBody>
                  <a:tcPr anchor="ctr"/>
                </a:tc>
                <a:tc>
                  <a:txBody>
                    <a:bodyPr/>
                    <a:lstStyle/>
                    <a:p>
                      <a:r>
                        <a:rPr lang="en-US" b="1"/>
                        <a:t>Author(s)</a:t>
                      </a:r>
                      <a:endParaRPr lang="en-US"/>
                    </a:p>
                  </a:txBody>
                  <a:tcPr anchor="ctr"/>
                </a:tc>
                <a:tc>
                  <a:txBody>
                    <a:bodyPr/>
                    <a:lstStyle/>
                    <a:p>
                      <a:r>
                        <a:rPr lang="en-US" b="1"/>
                        <a:t>Year</a:t>
                      </a:r>
                      <a:endParaRPr lang="en-US"/>
                    </a:p>
                  </a:txBody>
                  <a:tcPr anchor="ctr"/>
                </a:tc>
                <a:tc>
                  <a:txBody>
                    <a:bodyPr/>
                    <a:lstStyle/>
                    <a:p>
                      <a:r>
                        <a:rPr lang="en-US" b="1"/>
                        <a:t>Short Description</a:t>
                      </a:r>
                      <a:endParaRPr lang="en-US"/>
                    </a:p>
                  </a:txBody>
                  <a:tcPr anchor="ctr"/>
                </a:tc>
                <a:extLst>
                  <a:ext uri="{0D108BD9-81ED-4DB2-BD59-A6C34878D82A}">
                    <a16:rowId xmlns:a16="http://schemas.microsoft.com/office/drawing/2014/main" val="2878012083"/>
                  </a:ext>
                </a:extLst>
              </a:tr>
              <a:tr h="1658045">
                <a:tc>
                  <a:txBody>
                    <a:bodyPr/>
                    <a:lstStyle/>
                    <a:p>
                      <a:r>
                        <a:rPr lang="en-US" b="1"/>
                        <a:t>1</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i="1">
                          <a:latin typeface="+mj-lt"/>
                          <a:cs typeface="Times New Roman" panose="02020603050405020304" pitchFamily="18" charset="0"/>
                        </a:rPr>
                        <a:t>CSLR system using deep learning with mediapipe holistic </a:t>
                      </a:r>
                      <a:endParaRPr lang="en-IN" sz="1800" i="1">
                        <a:latin typeface="+mj-lt"/>
                        <a:cs typeface="Times New Roman" panose="02020603050405020304" pitchFamily="18" charset="0"/>
                      </a:endParaRPr>
                    </a:p>
                  </a:txBody>
                  <a:tcPr anchor="ctr"/>
                </a:tc>
                <a:tc>
                  <a:txBody>
                    <a:bodyPr/>
                    <a:lstStyle/>
                    <a:p>
                      <a:pPr algn="l"/>
                      <a:r>
                        <a:rPr lang="en-US" sz="1800">
                          <a:latin typeface="+mj-lt"/>
                          <a:cs typeface="Times New Roman" panose="02020603050405020304" pitchFamily="18" charset="0"/>
                        </a:rPr>
                        <a:t>Sharvani Shrivastva et al.</a:t>
                      </a:r>
                    </a:p>
                  </a:txBody>
                  <a:tcPr anchor="ctr"/>
                </a:tc>
                <a:tc>
                  <a:txBody>
                    <a:bodyPr/>
                    <a:lstStyle/>
                    <a:p>
                      <a:r>
                        <a:rPr lang="en-US"/>
                        <a:t>2024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a:latin typeface="+mj-lt"/>
                          <a:cs typeface="Times New Roman" panose="02020603050405020304" pitchFamily="18" charset="0"/>
                        </a:rPr>
                        <a:t>Developed a Continuous Sign Language Recognition (CSLR) system using MediaPipe Holistic and LSTM. Eliminated the need for external hardware like gloves or sensors.</a:t>
                      </a:r>
                      <a:endParaRPr lang="en-IN" sz="1800" b="0">
                        <a:latin typeface="+mj-lt"/>
                        <a:cs typeface="Times New Roman" panose="02020603050405020304" pitchFamily="18" charset="0"/>
                      </a:endParaRPr>
                    </a:p>
                    <a:p>
                      <a:endParaRPr lang="en-US"/>
                    </a:p>
                  </a:txBody>
                  <a:tcPr anchor="ctr"/>
                </a:tc>
                <a:extLst>
                  <a:ext uri="{0D108BD9-81ED-4DB2-BD59-A6C34878D82A}">
                    <a16:rowId xmlns:a16="http://schemas.microsoft.com/office/drawing/2014/main" val="386936323"/>
                  </a:ext>
                </a:extLst>
              </a:tr>
              <a:tr h="1134452">
                <a:tc>
                  <a:txBody>
                    <a:bodyPr/>
                    <a:lstStyle/>
                    <a:p>
                      <a:r>
                        <a:rPr lang="en-US" b="1"/>
                        <a:t>2</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a:t>Speak2Sign3D: Multimodal Pipeline for Speech to 3D Sign Animation</a:t>
                      </a:r>
                      <a:endParaRPr lang="en-US"/>
                    </a:p>
                    <a:p>
                      <a:endParaRPr lang="en-US"/>
                    </a:p>
                  </a:txBody>
                  <a:tcPr anchor="ctr"/>
                </a:tc>
                <a:tc>
                  <a:txBody>
                    <a:bodyPr/>
                    <a:lstStyle/>
                    <a:p>
                      <a:r>
                        <a:rPr lang="en-US"/>
                        <a:t>K .M.Rafman et.al</a:t>
                      </a:r>
                    </a:p>
                  </a:txBody>
                  <a:tcPr anchor="ctr"/>
                </a:tc>
                <a:tc>
                  <a:txBody>
                    <a:bodyPr/>
                    <a:lstStyle/>
                    <a:p>
                      <a:r>
                        <a:rPr lang="en-US"/>
                        <a:t>2025</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Introduces a speech → text → 3D animation pipeline using Whisper and transformer models.</a:t>
                      </a:r>
                    </a:p>
                    <a:p>
                      <a:endParaRPr lang="en-US"/>
                    </a:p>
                  </a:txBody>
                  <a:tcPr anchor="ctr"/>
                </a:tc>
                <a:extLst>
                  <a:ext uri="{0D108BD9-81ED-4DB2-BD59-A6C34878D82A}">
                    <a16:rowId xmlns:a16="http://schemas.microsoft.com/office/drawing/2014/main" val="173054583"/>
                  </a:ext>
                </a:extLst>
              </a:tr>
              <a:tr h="962611">
                <a:tc>
                  <a:txBody>
                    <a:bodyPr/>
                    <a:lstStyle/>
                    <a:p>
                      <a:r>
                        <a:rPr lang="en-US" b="1"/>
                        <a:t>3</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a:t>Enhancing Sign Language Detection through MediaPipe and CNNs</a:t>
                      </a:r>
                      <a:endParaRPr lang="en-US"/>
                    </a:p>
                    <a:p>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 Kumar et al.</a:t>
                      </a:r>
                    </a:p>
                    <a:p>
                      <a:endParaRPr lang="en-US"/>
                    </a:p>
                  </a:txBody>
                  <a:tcPr anchor="ctr"/>
                </a:tc>
                <a:tc>
                  <a:txBody>
                    <a:bodyPr/>
                    <a:lstStyle/>
                    <a:p>
                      <a:r>
                        <a:rPr lang="en-US"/>
                        <a:t>2024</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Combines MediaPipe landmarks with CNN/RNN classifiers for real-time sign recognition.</a:t>
                      </a:r>
                    </a:p>
                    <a:p>
                      <a:endParaRPr lang="en-US"/>
                    </a:p>
                  </a:txBody>
                  <a:tcPr anchor="ctr"/>
                </a:tc>
                <a:extLst>
                  <a:ext uri="{0D108BD9-81ED-4DB2-BD59-A6C34878D82A}">
                    <a16:rowId xmlns:a16="http://schemas.microsoft.com/office/drawing/2014/main" val="469093646"/>
                  </a:ext>
                </a:extLst>
              </a:tr>
              <a:tr h="1134452">
                <a:tc>
                  <a:txBody>
                    <a:bodyPr/>
                    <a:lstStyle/>
                    <a:p>
                      <a:r>
                        <a:rPr lang="en-US" b="1"/>
                        <a:t>4</a:t>
                      </a:r>
                      <a:endParaRPr lang="en-US"/>
                    </a:p>
                  </a:txBody>
                  <a:tcPr anchor="ctr"/>
                </a:tc>
                <a:tc>
                  <a:txBody>
                    <a:bodyPr/>
                    <a:lstStyle/>
                    <a:p>
                      <a:r>
                        <a:rPr lang="en-US" i="1"/>
                        <a:t>Speech-driven Sign Language Avatar Animation System</a:t>
                      </a:r>
                      <a:endParaRPr lang="en-US"/>
                    </a:p>
                  </a:txBody>
                  <a:tcPr anchor="ctr"/>
                </a:tc>
                <a:tc>
                  <a:txBody>
                    <a:bodyPr/>
                    <a:lstStyle/>
                    <a:p>
                      <a:r>
                        <a:rPr lang="en-US"/>
                        <a:t>L. Hu et al.</a:t>
                      </a:r>
                    </a:p>
                  </a:txBody>
                  <a:tcPr anchor="ctr"/>
                </a:tc>
                <a:tc>
                  <a:txBody>
                    <a:bodyPr/>
                    <a:lstStyle/>
                    <a:p>
                      <a:r>
                        <a:rPr lang="en-US"/>
                        <a:t>2024</a:t>
                      </a:r>
                    </a:p>
                  </a:txBody>
                  <a:tcPr anchor="ctr"/>
                </a:tc>
                <a:tc>
                  <a:txBody>
                    <a:bodyPr/>
                    <a:lstStyle/>
                    <a:p>
                      <a:r>
                        <a:rPr lang="en-US" dirty="0"/>
                        <a:t>Proposes an end-to-end system converting speech to animated sign avatars with motion generation.</a:t>
                      </a:r>
                    </a:p>
                  </a:txBody>
                  <a:tcPr anchor="ctr"/>
                </a:tc>
                <a:extLst>
                  <a:ext uri="{0D108BD9-81ED-4DB2-BD59-A6C34878D82A}">
                    <a16:rowId xmlns:a16="http://schemas.microsoft.com/office/drawing/2014/main" val="3489151565"/>
                  </a:ext>
                </a:extLst>
              </a:tr>
            </a:tbl>
          </a:graphicData>
        </a:graphic>
      </p:graphicFrame>
      <p:sp>
        <p:nvSpPr>
          <p:cNvPr id="7" name="TextBox 6">
            <a:extLst>
              <a:ext uri="{FF2B5EF4-FFF2-40B4-BE49-F238E27FC236}">
                <a16:creationId xmlns:a16="http://schemas.microsoft.com/office/drawing/2014/main" id="{3B744216-2BC2-DCFB-068A-19D053A14236}"/>
              </a:ext>
            </a:extLst>
          </p:cNvPr>
          <p:cNvSpPr txBox="1"/>
          <p:nvPr/>
        </p:nvSpPr>
        <p:spPr>
          <a:xfrm>
            <a:off x="595604" y="-145394"/>
            <a:ext cx="6097554" cy="370743"/>
          </a:xfrm>
          <a:prstGeom prst="rect">
            <a:avLst/>
          </a:prstGeom>
          <a:noFill/>
        </p:spPr>
        <p:txBody>
          <a:bodyPr wrap="square">
            <a:spAutoFit/>
          </a:bodyPr>
          <a:lstStyle/>
          <a:p>
            <a:pPr>
              <a:lnSpc>
                <a:spcPct val="200000"/>
              </a:lnSpc>
            </a:pPr>
            <a:r>
              <a:rPr lang="en-US" sz="1050">
                <a:latin typeface="Times New Roman" panose="02020603050405020304" pitchFamily="18" charset="0"/>
                <a:cs typeface="Times New Roman" panose="02020603050405020304" pitchFamily="18" charset="0"/>
              </a:rPr>
              <a:t>Continuous Sign Language Recognition </a:t>
            </a:r>
            <a:endParaRPr lang="en-IN" sz="1050"/>
          </a:p>
        </p:txBody>
      </p:sp>
      <p:sp>
        <p:nvSpPr>
          <p:cNvPr id="8" name="TextBox 7">
            <a:extLst>
              <a:ext uri="{FF2B5EF4-FFF2-40B4-BE49-F238E27FC236}">
                <a16:creationId xmlns:a16="http://schemas.microsoft.com/office/drawing/2014/main" id="{6D7D77D6-B813-7788-C5E9-440C8D450C3E}"/>
              </a:ext>
            </a:extLst>
          </p:cNvPr>
          <p:cNvSpPr txBox="1"/>
          <p:nvPr/>
        </p:nvSpPr>
        <p:spPr>
          <a:xfrm>
            <a:off x="2934005" y="6553066"/>
            <a:ext cx="6097554" cy="261610"/>
          </a:xfrm>
          <a:prstGeom prst="rect">
            <a:avLst/>
          </a:prstGeom>
          <a:noFill/>
        </p:spPr>
        <p:txBody>
          <a:bodyPr wrap="square">
            <a:spAutoFit/>
          </a:bodyPr>
          <a:lstStyle/>
          <a:p>
            <a:pPr algn="ctr"/>
            <a:r>
              <a:rPr lang="en-IN" sz="1100">
                <a:latin typeface="Times New Roman" panose="02020603050405020304" pitchFamily="18" charset="0"/>
                <a:cs typeface="Times New Roman" panose="02020603050405020304" pitchFamily="18" charset="0"/>
              </a:rPr>
              <a:t>Dept of CSE(DS),SJBIT</a:t>
            </a:r>
          </a:p>
        </p:txBody>
      </p:sp>
      <p:sp>
        <p:nvSpPr>
          <p:cNvPr id="9" name="Date Placeholder 8">
            <a:extLst>
              <a:ext uri="{FF2B5EF4-FFF2-40B4-BE49-F238E27FC236}">
                <a16:creationId xmlns:a16="http://schemas.microsoft.com/office/drawing/2014/main" id="{54FDE6FD-5703-AA8E-0AF2-7F663AAF68B0}"/>
              </a:ext>
            </a:extLst>
          </p:cNvPr>
          <p:cNvSpPr>
            <a:spLocks noGrp="1"/>
          </p:cNvSpPr>
          <p:nvPr>
            <p:ph type="dt" sz="half" idx="10"/>
          </p:nvPr>
        </p:nvSpPr>
        <p:spPr/>
        <p:txBody>
          <a:bodyPr/>
          <a:lstStyle/>
          <a:p>
            <a:fld id="{65BC8779-9783-4147-9C34-8DA028E6A731}" type="datetime1">
              <a:rPr lang="en-IN" smtClean="0"/>
              <a:t>19-02-2026</a:t>
            </a:fld>
            <a:endParaRPr lang="en-US"/>
          </a:p>
        </p:txBody>
      </p:sp>
      <p:sp>
        <p:nvSpPr>
          <p:cNvPr id="11" name="Slide Number Placeholder 10">
            <a:extLst>
              <a:ext uri="{FF2B5EF4-FFF2-40B4-BE49-F238E27FC236}">
                <a16:creationId xmlns:a16="http://schemas.microsoft.com/office/drawing/2014/main" id="{2E3015C7-D770-7C79-A130-7F57BF52068B}"/>
              </a:ext>
            </a:extLst>
          </p:cNvPr>
          <p:cNvSpPr>
            <a:spLocks noGrp="1"/>
          </p:cNvSpPr>
          <p:nvPr>
            <p:ph type="sldNum" sz="quarter" idx="12"/>
          </p:nvPr>
        </p:nvSpPr>
        <p:spPr/>
        <p:txBody>
          <a:bodyPr/>
          <a:lstStyle/>
          <a:p>
            <a:fld id="{09C9ADEB-085E-42EF-9806-608EC1CF04BB}" type="slidenum">
              <a:rPr lang="en-US" smtClean="0"/>
              <a:t>4</a:t>
            </a:fld>
            <a:endParaRPr lang="en-US"/>
          </a:p>
        </p:txBody>
      </p:sp>
      <p:sp>
        <p:nvSpPr>
          <p:cNvPr id="6" name="Footer Placeholder 5">
            <a:extLst>
              <a:ext uri="{FF2B5EF4-FFF2-40B4-BE49-F238E27FC236}">
                <a16:creationId xmlns:a16="http://schemas.microsoft.com/office/drawing/2014/main" id="{48DCFE8E-2302-22B0-89A1-B53783557D9B}"/>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378201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66360EB-1B36-BA3B-BD94-BF23ADC5CF3D}"/>
              </a:ext>
            </a:extLst>
          </p:cNvPr>
          <p:cNvGraphicFramePr>
            <a:graphicFrameLocks noGrp="1"/>
          </p:cNvGraphicFramePr>
          <p:nvPr>
            <p:extLst>
              <p:ext uri="{D42A27DB-BD31-4B8C-83A1-F6EECF244321}">
                <p14:modId xmlns:p14="http://schemas.microsoft.com/office/powerpoint/2010/main" val="770515522"/>
              </p:ext>
            </p:extLst>
          </p:nvPr>
        </p:nvGraphicFramePr>
        <p:xfrm>
          <a:off x="188719" y="759051"/>
          <a:ext cx="11569082" cy="5528487"/>
        </p:xfrm>
        <a:graphic>
          <a:graphicData uri="http://schemas.openxmlformats.org/drawingml/2006/table">
            <a:tbl>
              <a:tblPr firstRow="1" bandRow="1">
                <a:tableStyleId>{5C22544A-7EE6-4342-B048-85BDC9FD1C3A}</a:tableStyleId>
              </a:tblPr>
              <a:tblGrid>
                <a:gridCol w="1207011">
                  <a:extLst>
                    <a:ext uri="{9D8B030D-6E8A-4147-A177-3AD203B41FA5}">
                      <a16:colId xmlns:a16="http://schemas.microsoft.com/office/drawing/2014/main" val="1504303820"/>
                    </a:ext>
                  </a:extLst>
                </a:gridCol>
                <a:gridCol w="3420622">
                  <a:extLst>
                    <a:ext uri="{9D8B030D-6E8A-4147-A177-3AD203B41FA5}">
                      <a16:colId xmlns:a16="http://schemas.microsoft.com/office/drawing/2014/main" val="796518017"/>
                    </a:ext>
                  </a:extLst>
                </a:gridCol>
                <a:gridCol w="2313816">
                  <a:extLst>
                    <a:ext uri="{9D8B030D-6E8A-4147-A177-3AD203B41FA5}">
                      <a16:colId xmlns:a16="http://schemas.microsoft.com/office/drawing/2014/main" val="1967762916"/>
                    </a:ext>
                  </a:extLst>
                </a:gridCol>
                <a:gridCol w="904121">
                  <a:extLst>
                    <a:ext uri="{9D8B030D-6E8A-4147-A177-3AD203B41FA5}">
                      <a16:colId xmlns:a16="http://schemas.microsoft.com/office/drawing/2014/main" val="2320709365"/>
                    </a:ext>
                  </a:extLst>
                </a:gridCol>
                <a:gridCol w="3723512">
                  <a:extLst>
                    <a:ext uri="{9D8B030D-6E8A-4147-A177-3AD203B41FA5}">
                      <a16:colId xmlns:a16="http://schemas.microsoft.com/office/drawing/2014/main" val="3522797464"/>
                    </a:ext>
                  </a:extLst>
                </a:gridCol>
              </a:tblGrid>
              <a:tr h="651559">
                <a:tc>
                  <a:txBody>
                    <a:bodyPr/>
                    <a:lstStyle/>
                    <a:p>
                      <a:r>
                        <a:rPr lang="en-US" b="1" dirty="0"/>
                        <a:t>Sl. No</a:t>
                      </a:r>
                      <a:endParaRPr lang="en-US" dirty="0"/>
                    </a:p>
                  </a:txBody>
                  <a:tcPr anchor="ctr"/>
                </a:tc>
                <a:tc>
                  <a:txBody>
                    <a:bodyPr/>
                    <a:lstStyle/>
                    <a:p>
                      <a:r>
                        <a:rPr lang="en-US" b="1"/>
                        <a:t>Title</a:t>
                      </a:r>
                      <a:endParaRPr lang="en-US"/>
                    </a:p>
                  </a:txBody>
                  <a:tcPr anchor="ctr"/>
                </a:tc>
                <a:tc>
                  <a:txBody>
                    <a:bodyPr/>
                    <a:lstStyle/>
                    <a:p>
                      <a:r>
                        <a:rPr lang="en-US" b="1"/>
                        <a:t>Author(s)</a:t>
                      </a:r>
                      <a:endParaRPr lang="en-US"/>
                    </a:p>
                  </a:txBody>
                  <a:tcPr anchor="ctr"/>
                </a:tc>
                <a:tc>
                  <a:txBody>
                    <a:bodyPr/>
                    <a:lstStyle/>
                    <a:p>
                      <a:r>
                        <a:rPr lang="en-US" b="1"/>
                        <a:t>Year</a:t>
                      </a:r>
                      <a:endParaRPr lang="en-US"/>
                    </a:p>
                  </a:txBody>
                  <a:tcPr anchor="ctr"/>
                </a:tc>
                <a:tc>
                  <a:txBody>
                    <a:bodyPr/>
                    <a:lstStyle/>
                    <a:p>
                      <a:r>
                        <a:rPr lang="en-US" b="1"/>
                        <a:t>Short Description</a:t>
                      </a:r>
                      <a:endParaRPr lang="en-US"/>
                    </a:p>
                  </a:txBody>
                  <a:tcPr anchor="ctr"/>
                </a:tc>
                <a:extLst>
                  <a:ext uri="{0D108BD9-81ED-4DB2-BD59-A6C34878D82A}">
                    <a16:rowId xmlns:a16="http://schemas.microsoft.com/office/drawing/2014/main" val="2976161496"/>
                  </a:ext>
                </a:extLst>
              </a:tr>
              <a:tr h="1378262">
                <a:tc>
                  <a:txBody>
                    <a:bodyPr/>
                    <a:lstStyle/>
                    <a:p>
                      <a:r>
                        <a:rPr lang="en-US" b="1"/>
                        <a:t>5</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a:t>Sign Language Translation: A Survey of Approaches and Datasets</a:t>
                      </a:r>
                      <a:endParaRPr lang="en-US"/>
                    </a:p>
                    <a:p>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Z. Liang et al.</a:t>
                      </a:r>
                    </a:p>
                    <a:p>
                      <a:endParaRPr lang="da-DK"/>
                    </a:p>
                  </a:txBody>
                  <a:tcPr anchor="ctr"/>
                </a:tc>
                <a:tc>
                  <a:txBody>
                    <a:bodyPr/>
                    <a:lstStyle/>
                    <a:p>
                      <a:r>
                        <a:rPr lang="en-US"/>
                        <a:t>2023</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Focuses on translation (not just recognition), glossing, sequence modeling, and dataset limitations.</a:t>
                      </a:r>
                    </a:p>
                    <a:p>
                      <a:endParaRPr lang="en-US" dirty="0"/>
                    </a:p>
                  </a:txBody>
                  <a:tcPr anchor="ctr"/>
                </a:tc>
                <a:extLst>
                  <a:ext uri="{0D108BD9-81ED-4DB2-BD59-A6C34878D82A}">
                    <a16:rowId xmlns:a16="http://schemas.microsoft.com/office/drawing/2014/main" val="3352338285"/>
                  </a:ext>
                </a:extLst>
              </a:tr>
              <a:tr h="1378262">
                <a:tc>
                  <a:txBody>
                    <a:bodyPr/>
                    <a:lstStyle/>
                    <a:p>
                      <a:r>
                        <a:rPr lang="en-US" b="1"/>
                        <a:t>6</a:t>
                      </a:r>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1"/>
                        <a:t>Sign Language Recognition: A Deep Survey</a:t>
                      </a:r>
                      <a:endParaRPr lang="en-US"/>
                    </a:p>
                    <a:p>
                      <a:endParaRPr 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R. Rastgoo et al.</a:t>
                      </a:r>
                    </a:p>
                    <a:p>
                      <a:endParaRPr lang="en-US"/>
                    </a:p>
                  </a:txBody>
                  <a:tcPr anchor="ctr"/>
                </a:tc>
                <a:tc>
                  <a:txBody>
                    <a:bodyPr/>
                    <a:lstStyle/>
                    <a:p>
                      <a:r>
                        <a:rPr lang="en-US"/>
                        <a:t>2022</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Survey discussing CNN, RNN, and transformer-based SLR approaches and evaluation metrics.</a:t>
                      </a:r>
                    </a:p>
                    <a:p>
                      <a:endParaRPr lang="en-US"/>
                    </a:p>
                  </a:txBody>
                  <a:tcPr anchor="ctr"/>
                </a:tc>
                <a:extLst>
                  <a:ext uri="{0D108BD9-81ED-4DB2-BD59-A6C34878D82A}">
                    <a16:rowId xmlns:a16="http://schemas.microsoft.com/office/drawing/2014/main" val="2942214871"/>
                  </a:ext>
                </a:extLst>
              </a:tr>
              <a:tr h="1060202">
                <a:tc>
                  <a:txBody>
                    <a:bodyPr/>
                    <a:lstStyle/>
                    <a:p>
                      <a:r>
                        <a:rPr lang="en-US" b="1"/>
                        <a:t>7</a:t>
                      </a:r>
                      <a:endParaRPr lang="en-US"/>
                    </a:p>
                  </a:txBody>
                  <a:tcPr anchor="ctr"/>
                </a:tc>
                <a:tc>
                  <a:txBody>
                    <a:bodyPr/>
                    <a:lstStyle/>
                    <a:p>
                      <a:r>
                        <a:rPr lang="en-US" i="1"/>
                        <a:t>Sign Language Gloss Translation using Deep Learning</a:t>
                      </a:r>
                      <a:endParaRPr lang="en-US"/>
                    </a:p>
                  </a:txBody>
                  <a:tcPr anchor="ctr"/>
                </a:tc>
                <a:tc>
                  <a:txBody>
                    <a:bodyPr/>
                    <a:lstStyle/>
                    <a:p>
                      <a:r>
                        <a:rPr lang="en-US"/>
                        <a:t>S. J. Huang et al.</a:t>
                      </a:r>
                    </a:p>
                  </a:txBody>
                  <a:tcPr anchor="ctr"/>
                </a:tc>
                <a:tc>
                  <a:txBody>
                    <a:bodyPr/>
                    <a:lstStyle/>
                    <a:p>
                      <a:r>
                        <a:rPr lang="en-US"/>
                        <a:t>2021</a:t>
                      </a:r>
                    </a:p>
                  </a:txBody>
                  <a:tcPr anchor="ctr"/>
                </a:tc>
                <a:tc>
                  <a:txBody>
                    <a:bodyPr/>
                    <a:lstStyle/>
                    <a:p>
                      <a:r>
                        <a:rPr lang="en-US"/>
                        <a:t>Uses Seq2Seq and attention mechanisms for gloss-to-text and text-to-gloss translation.</a:t>
                      </a:r>
                    </a:p>
                  </a:txBody>
                  <a:tcPr anchor="ctr"/>
                </a:tc>
                <a:extLst>
                  <a:ext uri="{0D108BD9-81ED-4DB2-BD59-A6C34878D82A}">
                    <a16:rowId xmlns:a16="http://schemas.microsoft.com/office/drawing/2014/main" val="3653292757"/>
                  </a:ext>
                </a:extLst>
              </a:tr>
              <a:tr h="1060202">
                <a:tc>
                  <a:txBody>
                    <a:bodyPr/>
                    <a:lstStyle/>
                    <a:p>
                      <a:r>
                        <a:rPr lang="en-US" b="1"/>
                        <a:t>8</a:t>
                      </a:r>
                      <a:endParaRPr lang="en-US"/>
                    </a:p>
                  </a:txBody>
                  <a:tcPr anchor="ctr"/>
                </a:tc>
                <a:tc>
                  <a:txBody>
                    <a:bodyPr/>
                    <a:lstStyle/>
                    <a:p>
                      <a:r>
                        <a:rPr lang="en-US" i="1"/>
                        <a:t>Voice-to-Sign Language Translator Using NLP</a:t>
                      </a:r>
                      <a:endParaRPr lang="en-US"/>
                    </a:p>
                  </a:txBody>
                  <a:tcPr anchor="ctr"/>
                </a:tc>
                <a:tc>
                  <a:txBody>
                    <a:bodyPr/>
                    <a:lstStyle/>
                    <a:p>
                      <a:r>
                        <a:rPr lang="en-US"/>
                        <a:t>P. Singh</a:t>
                      </a:r>
                    </a:p>
                  </a:txBody>
                  <a:tcPr anchor="ctr"/>
                </a:tc>
                <a:tc>
                  <a:txBody>
                    <a:bodyPr/>
                    <a:lstStyle/>
                    <a:p>
                      <a:r>
                        <a:rPr lang="en-US"/>
                        <a:t>2021</a:t>
                      </a:r>
                    </a:p>
                  </a:txBody>
                  <a:tcPr anchor="ctr"/>
                </a:tc>
                <a:tc>
                  <a:txBody>
                    <a:bodyPr/>
                    <a:lstStyle/>
                    <a:p>
                      <a:r>
                        <a:rPr lang="en-US" dirty="0"/>
                        <a:t>Demonstrates speech-to-text → gloss mapping → animated sign output using NLP.</a:t>
                      </a:r>
                    </a:p>
                  </a:txBody>
                  <a:tcPr anchor="ctr"/>
                </a:tc>
                <a:extLst>
                  <a:ext uri="{0D108BD9-81ED-4DB2-BD59-A6C34878D82A}">
                    <a16:rowId xmlns:a16="http://schemas.microsoft.com/office/drawing/2014/main" val="2546459540"/>
                  </a:ext>
                </a:extLst>
              </a:tr>
            </a:tbl>
          </a:graphicData>
        </a:graphic>
      </p:graphicFrame>
      <p:sp>
        <p:nvSpPr>
          <p:cNvPr id="6" name="TextBox 5">
            <a:extLst>
              <a:ext uri="{FF2B5EF4-FFF2-40B4-BE49-F238E27FC236}">
                <a16:creationId xmlns:a16="http://schemas.microsoft.com/office/drawing/2014/main" id="{62DBA30F-C52A-1454-5B21-B7EC924BB980}"/>
              </a:ext>
            </a:extLst>
          </p:cNvPr>
          <p:cNvSpPr txBox="1"/>
          <p:nvPr/>
        </p:nvSpPr>
        <p:spPr>
          <a:xfrm>
            <a:off x="706794" y="-98137"/>
            <a:ext cx="6097554" cy="370743"/>
          </a:xfrm>
          <a:prstGeom prst="rect">
            <a:avLst/>
          </a:prstGeom>
          <a:noFill/>
        </p:spPr>
        <p:txBody>
          <a:bodyPr wrap="square">
            <a:spAutoFit/>
          </a:bodyPr>
          <a:lstStyle/>
          <a:p>
            <a:pPr>
              <a:lnSpc>
                <a:spcPct val="200000"/>
              </a:lnSpc>
            </a:pPr>
            <a:r>
              <a:rPr lang="en-US" sz="1050">
                <a:latin typeface="Times New Roman" panose="02020603050405020304" pitchFamily="18" charset="0"/>
                <a:cs typeface="Times New Roman" panose="02020603050405020304" pitchFamily="18" charset="0"/>
              </a:rPr>
              <a:t>Continuous Sign Language Recognition </a:t>
            </a:r>
            <a:endParaRPr lang="en-IN" sz="1050"/>
          </a:p>
        </p:txBody>
      </p:sp>
      <p:sp>
        <p:nvSpPr>
          <p:cNvPr id="8" name="Date Placeholder 7">
            <a:extLst>
              <a:ext uri="{FF2B5EF4-FFF2-40B4-BE49-F238E27FC236}">
                <a16:creationId xmlns:a16="http://schemas.microsoft.com/office/drawing/2014/main" id="{EB34039E-7DCA-17A1-6E73-5FFFAE246FAB}"/>
              </a:ext>
            </a:extLst>
          </p:cNvPr>
          <p:cNvSpPr>
            <a:spLocks noGrp="1"/>
          </p:cNvSpPr>
          <p:nvPr>
            <p:ph type="dt" sz="half" idx="10"/>
          </p:nvPr>
        </p:nvSpPr>
        <p:spPr/>
        <p:txBody>
          <a:bodyPr/>
          <a:lstStyle/>
          <a:p>
            <a:fld id="{8999E9EE-4D7D-489B-A46E-9E03CDAB0B55}" type="datetime1">
              <a:rPr lang="en-IN" smtClean="0"/>
              <a:t>19-02-2026</a:t>
            </a:fld>
            <a:endParaRPr lang="en-US"/>
          </a:p>
        </p:txBody>
      </p:sp>
      <p:sp>
        <p:nvSpPr>
          <p:cNvPr id="9" name="Footer Placeholder 8">
            <a:extLst>
              <a:ext uri="{FF2B5EF4-FFF2-40B4-BE49-F238E27FC236}">
                <a16:creationId xmlns:a16="http://schemas.microsoft.com/office/drawing/2014/main" id="{2A5D6FCF-FE7C-3873-D492-76F334449A61}"/>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7F9A68C1-57CC-C7D1-320F-1C49BC112468}"/>
              </a:ext>
            </a:extLst>
          </p:cNvPr>
          <p:cNvSpPr>
            <a:spLocks noGrp="1"/>
          </p:cNvSpPr>
          <p:nvPr>
            <p:ph type="sldNum" sz="quarter" idx="12"/>
          </p:nvPr>
        </p:nvSpPr>
        <p:spPr/>
        <p:txBody>
          <a:bodyPr/>
          <a:lstStyle/>
          <a:p>
            <a:fld id="{09C9ADEB-085E-42EF-9806-608EC1CF04BB}" type="slidenum">
              <a:rPr lang="en-US" smtClean="0"/>
              <a:t>5</a:t>
            </a:fld>
            <a:endParaRPr lang="en-US"/>
          </a:p>
        </p:txBody>
      </p:sp>
    </p:spTree>
    <p:extLst>
      <p:ext uri="{BB962C8B-B14F-4D97-AF65-F5344CB8AC3E}">
        <p14:creationId xmlns:p14="http://schemas.microsoft.com/office/powerpoint/2010/main" val="4075245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4C323-3EF2-07E6-FEE5-31B2AB03FDBF}"/>
              </a:ext>
            </a:extLst>
          </p:cNvPr>
          <p:cNvSpPr>
            <a:spLocks noGrp="1"/>
          </p:cNvSpPr>
          <p:nvPr>
            <p:ph type="title"/>
          </p:nvPr>
        </p:nvSpPr>
        <p:spPr>
          <a:xfrm>
            <a:off x="781050" y="198347"/>
            <a:ext cx="10515600" cy="847449"/>
          </a:xfrm>
        </p:spPr>
        <p:txBody>
          <a:bodyPr>
            <a:noAutofit/>
          </a:bodyPr>
          <a:lstStyle/>
          <a:p>
            <a:pPr algn="ctr"/>
            <a:r>
              <a:rPr lang="en-US" b="1" dirty="0">
                <a:latin typeface="Times New Roman" panose="02020603050405020304" pitchFamily="18" charset="0"/>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BC18B7CA-1BB4-478A-BB01-0131229B2C64}"/>
              </a:ext>
            </a:extLst>
          </p:cNvPr>
          <p:cNvSpPr>
            <a:spLocks noGrp="1"/>
          </p:cNvSpPr>
          <p:nvPr>
            <p:ph idx="1"/>
          </p:nvPr>
        </p:nvSpPr>
        <p:spPr>
          <a:xfrm>
            <a:off x="171450" y="964932"/>
            <a:ext cx="11734800" cy="5578743"/>
          </a:xfrm>
        </p:spPr>
        <p:txBody>
          <a:bodyPr>
            <a:normAutofit/>
          </a:bodyPr>
          <a:lstStyle/>
          <a:p>
            <a:pPr algn="just">
              <a:lnSpc>
                <a:spcPct val="150000"/>
              </a:lnSpc>
              <a:spcBef>
                <a:spcPts val="0"/>
              </a:spcBef>
              <a:spcAft>
                <a:spcPts val="800"/>
              </a:spcAft>
            </a:pPr>
            <a:r>
              <a:rPr lang="en-US" sz="2400">
                <a:latin typeface="Times New Roman" panose="02020603050405020304" pitchFamily="18" charset="0"/>
                <a:cs typeface="Times New Roman" panose="02020603050405020304" pitchFamily="18" charset="0"/>
              </a:rPr>
              <a:t>Sign language is essential for millions, but low sign-language literacy among hearing individuals creates serious communication barriers in daily life.</a:t>
            </a:r>
          </a:p>
          <a:p>
            <a:pPr algn="just">
              <a:lnSpc>
                <a:spcPct val="150000"/>
              </a:lnSpc>
              <a:spcBef>
                <a:spcPts val="0"/>
              </a:spcBef>
              <a:spcAft>
                <a:spcPts val="800"/>
              </a:spcAft>
            </a:pPr>
            <a:r>
              <a:rPr lang="en-US" sz="2400">
                <a:latin typeface="Times New Roman" panose="02020603050405020304" pitchFamily="18" charset="0"/>
                <a:cs typeface="Times New Roman" panose="02020603050405020304" pitchFamily="18" charset="0"/>
              </a:rPr>
              <a:t>These barriers affect education, healthcare, employment, and public services,limiting inclusion and independence for deaf and hard-of-hearing users.</a:t>
            </a:r>
          </a:p>
          <a:p>
            <a:pPr algn="just">
              <a:lnSpc>
                <a:spcPct val="150000"/>
              </a:lnSpc>
              <a:spcBef>
                <a:spcPts val="0"/>
              </a:spcBef>
              <a:spcAft>
                <a:spcPts val="800"/>
              </a:spcAft>
            </a:pPr>
            <a:r>
              <a:rPr lang="en-US" sz="2400">
                <a:latin typeface="Times New Roman" panose="02020603050405020304" pitchFamily="18" charset="0"/>
                <a:cs typeface="Times New Roman" panose="02020603050405020304" pitchFamily="18" charset="0"/>
              </a:rPr>
              <a:t>A real-time system that converts sign gestures to speech and speech to sign enables direct two-way communication without needing human interpreters.</a:t>
            </a:r>
          </a:p>
          <a:p>
            <a:pPr algn="just">
              <a:lnSpc>
                <a:spcPct val="150000"/>
              </a:lnSpc>
              <a:spcBef>
                <a:spcPts val="0"/>
              </a:spcBef>
              <a:spcAft>
                <a:spcPts val="800"/>
              </a:spcAft>
            </a:pPr>
            <a:r>
              <a:rPr lang="en-US" sz="2400">
                <a:latin typeface="Times New Roman" panose="02020603050405020304" pitchFamily="18" charset="0"/>
                <a:cs typeface="Times New Roman" panose="02020603050405020304" pitchFamily="18" charset="0"/>
              </a:rPr>
              <a:t>Modern tools like MediaPipe, OpenCV, speech recognition, and Flask now make such real-time, deployable assistive solutions practical and accessible.</a:t>
            </a:r>
          </a:p>
          <a:p>
            <a:pPr marL="0" indent="0" algn="just">
              <a:lnSpc>
                <a:spcPct val="100000"/>
              </a:lnSpc>
              <a:spcBef>
                <a:spcPts val="0"/>
              </a:spcBef>
              <a:spcAft>
                <a:spcPts val="800"/>
              </a:spcAft>
              <a:buNone/>
            </a:pPr>
            <a:endParaRPr lang="en-US" dirty="0"/>
          </a:p>
        </p:txBody>
      </p:sp>
      <p:sp>
        <p:nvSpPr>
          <p:cNvPr id="9" name="TextBox 8">
            <a:extLst>
              <a:ext uri="{FF2B5EF4-FFF2-40B4-BE49-F238E27FC236}">
                <a16:creationId xmlns:a16="http://schemas.microsoft.com/office/drawing/2014/main" id="{6B330C29-8297-0609-2D84-56F0EC6DB6C4}"/>
              </a:ext>
            </a:extLst>
          </p:cNvPr>
          <p:cNvSpPr txBox="1"/>
          <p:nvPr/>
        </p:nvSpPr>
        <p:spPr>
          <a:xfrm>
            <a:off x="650811" y="-104741"/>
            <a:ext cx="609755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8" name="Date Placeholder 7">
            <a:extLst>
              <a:ext uri="{FF2B5EF4-FFF2-40B4-BE49-F238E27FC236}">
                <a16:creationId xmlns:a16="http://schemas.microsoft.com/office/drawing/2014/main" id="{B979BD94-1BD8-0E12-49A6-3B04D3781735}"/>
              </a:ext>
            </a:extLst>
          </p:cNvPr>
          <p:cNvSpPr>
            <a:spLocks noGrp="1"/>
          </p:cNvSpPr>
          <p:nvPr>
            <p:ph type="dt" sz="half" idx="10"/>
          </p:nvPr>
        </p:nvSpPr>
        <p:spPr/>
        <p:txBody>
          <a:bodyPr/>
          <a:lstStyle/>
          <a:p>
            <a:fld id="{F6E785B7-82CD-4E6A-BFA0-AD75F9EBC0D4}" type="datetime1">
              <a:rPr lang="en-IN" smtClean="0"/>
              <a:t>19-02-2026</a:t>
            </a:fld>
            <a:endParaRPr lang="en-US"/>
          </a:p>
        </p:txBody>
      </p:sp>
      <p:sp>
        <p:nvSpPr>
          <p:cNvPr id="10" name="Footer Placeholder 9">
            <a:extLst>
              <a:ext uri="{FF2B5EF4-FFF2-40B4-BE49-F238E27FC236}">
                <a16:creationId xmlns:a16="http://schemas.microsoft.com/office/drawing/2014/main" id="{CA36AAD6-3409-A046-400D-00CB773DA60E}"/>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4B8B8FA2-F2ED-9A09-905C-FE9CA1118899}"/>
              </a:ext>
            </a:extLst>
          </p:cNvPr>
          <p:cNvSpPr>
            <a:spLocks noGrp="1"/>
          </p:cNvSpPr>
          <p:nvPr>
            <p:ph type="sldNum" sz="quarter" idx="12"/>
          </p:nvPr>
        </p:nvSpPr>
        <p:spPr/>
        <p:txBody>
          <a:bodyPr/>
          <a:lstStyle/>
          <a:p>
            <a:fld id="{09C9ADEB-085E-42EF-9806-608EC1CF04BB}" type="slidenum">
              <a:rPr lang="en-US" smtClean="0"/>
              <a:t>6</a:t>
            </a:fld>
            <a:endParaRPr lang="en-US"/>
          </a:p>
        </p:txBody>
      </p:sp>
    </p:spTree>
    <p:extLst>
      <p:ext uri="{BB962C8B-B14F-4D97-AF65-F5344CB8AC3E}">
        <p14:creationId xmlns:p14="http://schemas.microsoft.com/office/powerpoint/2010/main" val="3025310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5495-06BB-74DC-0E19-8E2A11952A90}"/>
              </a:ext>
            </a:extLst>
          </p:cNvPr>
          <p:cNvSpPr>
            <a:spLocks noGrp="1"/>
          </p:cNvSpPr>
          <p:nvPr>
            <p:ph type="title"/>
          </p:nvPr>
        </p:nvSpPr>
        <p:spPr>
          <a:xfrm>
            <a:off x="838200" y="87235"/>
            <a:ext cx="10515600" cy="738118"/>
          </a:xfrm>
        </p:spPr>
        <p:txBody>
          <a:bodyPr>
            <a:noAutofit/>
          </a:bodyPr>
          <a:lstStyle/>
          <a:p>
            <a:pPr algn="ctr"/>
            <a:r>
              <a:rPr lang="en-US" b="1">
                <a:latin typeface="Times New Roman" panose="02020603050405020304" pitchFamily="18" charset="0"/>
                <a:cs typeface="Times New Roman" panose="02020603050405020304" pitchFamily="18" charset="0"/>
              </a:rPr>
              <a:t>Objective</a:t>
            </a:r>
            <a:r>
              <a:rPr lang="en-US" b="1" dirty="0">
                <a:latin typeface="Times New Roman" panose="02020603050405020304" pitchFamily="18" charset="0"/>
                <a:cs typeface="Times New Roman" panose="02020603050405020304" pitchFamily="18" charset="0"/>
              </a:rPr>
              <a:t>s</a:t>
            </a:r>
            <a:endParaRPr lang="en-US" sz="6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0585B8-7552-595B-932E-CB896F51A581}"/>
              </a:ext>
            </a:extLst>
          </p:cNvPr>
          <p:cNvSpPr>
            <a:spLocks noGrp="1"/>
          </p:cNvSpPr>
          <p:nvPr>
            <p:ph idx="1"/>
          </p:nvPr>
        </p:nvSpPr>
        <p:spPr>
          <a:xfrm>
            <a:off x="83420" y="913220"/>
            <a:ext cx="12025160" cy="5697910"/>
          </a:xfrm>
        </p:spPr>
        <p:txBody>
          <a:bodyPr>
            <a:normAutofit fontScale="85000" lnSpcReduction="10000"/>
          </a:bodyPr>
          <a:lstStyle/>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Design and implement a </a:t>
            </a:r>
            <a:r>
              <a:rPr lang="en-US" sz="2600" kern="100" dirty="0" err="1">
                <a:effectLst/>
                <a:latin typeface="Times New Roman" panose="02020603050405020304" pitchFamily="18" charset="0"/>
                <a:ea typeface="Aptos" panose="020B0004020202020204" pitchFamily="34" charset="0"/>
                <a:cs typeface="Times New Roman" panose="02020603050405020304" pitchFamily="18" charset="0"/>
              </a:rPr>
              <a:t>MediaPipe</a:t>
            </a: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 + OpenCV pipeline to extract robust hand and pose landmarks in real </a:t>
            </a:r>
            <a:r>
              <a:rPr lang="en-US" sz="2600" kern="100">
                <a:effectLst/>
                <a:latin typeface="Times New Roman" panose="02020603050405020304" pitchFamily="18" charset="0"/>
                <a:ea typeface="Aptos" panose="020B0004020202020204" pitchFamily="34" charset="0"/>
                <a:cs typeface="Times New Roman" panose="02020603050405020304" pitchFamily="18" charset="0"/>
              </a:rPr>
              <a:t>time.</a:t>
            </a:r>
            <a:endParaRPr lang="en-US" sz="2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Implement sentence formation and multilingual Text-to-Speech (TTS) for </a:t>
            </a:r>
            <a:r>
              <a:rPr lang="en-US" sz="2600" kern="100" dirty="0" err="1">
                <a:effectLst/>
                <a:latin typeface="Times New Roman" panose="02020603050405020304" pitchFamily="18" charset="0"/>
                <a:ea typeface="Aptos" panose="020B0004020202020204" pitchFamily="34" charset="0"/>
                <a:cs typeface="Times New Roman" panose="02020603050405020304" pitchFamily="18" charset="0"/>
              </a:rPr>
              <a:t>sign→speech</a:t>
            </a: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 output.</a:t>
            </a: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Implement a </a:t>
            </a:r>
            <a:r>
              <a:rPr lang="en-US" sz="2600" kern="100" dirty="0" err="1">
                <a:effectLst/>
                <a:latin typeface="Times New Roman" panose="02020603050405020304" pitchFamily="18" charset="0"/>
                <a:ea typeface="Aptos" panose="020B0004020202020204" pitchFamily="34" charset="0"/>
                <a:cs typeface="Times New Roman" panose="02020603050405020304" pitchFamily="18" charset="0"/>
              </a:rPr>
              <a:t>speech→text→sign</a:t>
            </a: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 animation pipeline that maps recognized speech to sign glosses and </a:t>
            </a:r>
            <a:r>
              <a:rPr lang="en-US" sz="2600" kern="100">
                <a:effectLst/>
                <a:latin typeface="Times New Roman" panose="02020603050405020304" pitchFamily="18" charset="0"/>
                <a:ea typeface="Aptos" panose="020B0004020202020204" pitchFamily="34" charset="0"/>
                <a:cs typeface="Times New Roman" panose="02020603050405020304" pitchFamily="18" charset="0"/>
              </a:rPr>
              <a:t>animates them .</a:t>
            </a:r>
            <a:endParaRPr lang="en-US" sz="2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Deploy the end-to-end application as a Flask web app with user authentication and SQLite3 storage.</a:t>
            </a: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2600" kern="100" dirty="0">
                <a:effectLst/>
                <a:latin typeface="Times New Roman" panose="02020603050405020304" pitchFamily="18" charset="0"/>
                <a:ea typeface="Aptos" panose="020B0004020202020204" pitchFamily="34" charset="0"/>
                <a:cs typeface="Times New Roman" panose="02020603050405020304" pitchFamily="18" charset="0"/>
              </a:rPr>
              <a:t>Evaluate system accuracy, latency, and </a:t>
            </a:r>
            <a:r>
              <a:rPr lang="en-US" sz="2600" kern="100">
                <a:effectLst/>
                <a:latin typeface="Times New Roman" panose="02020603050405020304" pitchFamily="18" charset="0"/>
                <a:ea typeface="Aptos" panose="020B0004020202020204" pitchFamily="34" charset="0"/>
                <a:cs typeface="Times New Roman" panose="02020603050405020304" pitchFamily="18" charset="0"/>
              </a:rPr>
              <a:t>user acceptance</a:t>
            </a:r>
            <a:r>
              <a:rPr lang="en-US" sz="2400" kern="100">
                <a:effectLst/>
                <a:latin typeface="Times New Roman" panose="02020603050405020304" pitchFamily="18" charset="0"/>
                <a:ea typeface="Aptos" panose="020B0004020202020204" pitchFamily="34" charset="0"/>
                <a:cs typeface="Times New Roman" panose="02020603050405020304" pitchFamily="18" charset="0"/>
              </a:rPr>
              <a:t>.</a:t>
            </a:r>
            <a:endParaRPr lang="en-US" sz="24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p:sp>
        <p:nvSpPr>
          <p:cNvPr id="7" name="TextBox 6">
            <a:extLst>
              <a:ext uri="{FF2B5EF4-FFF2-40B4-BE49-F238E27FC236}">
                <a16:creationId xmlns:a16="http://schemas.microsoft.com/office/drawing/2014/main" id="{70A8AEE6-8F7C-1EB7-4A86-6F4D7ABEA56B}"/>
              </a:ext>
            </a:extLst>
          </p:cNvPr>
          <p:cNvSpPr txBox="1"/>
          <p:nvPr/>
        </p:nvSpPr>
        <p:spPr>
          <a:xfrm>
            <a:off x="678802" y="-139843"/>
            <a:ext cx="609755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9" name="Date Placeholder 8">
            <a:extLst>
              <a:ext uri="{FF2B5EF4-FFF2-40B4-BE49-F238E27FC236}">
                <a16:creationId xmlns:a16="http://schemas.microsoft.com/office/drawing/2014/main" id="{0A000F02-2B71-915B-5BE4-2A4F9221EB2B}"/>
              </a:ext>
            </a:extLst>
          </p:cNvPr>
          <p:cNvSpPr>
            <a:spLocks noGrp="1"/>
          </p:cNvSpPr>
          <p:nvPr>
            <p:ph type="dt" sz="half" idx="10"/>
          </p:nvPr>
        </p:nvSpPr>
        <p:spPr/>
        <p:txBody>
          <a:bodyPr/>
          <a:lstStyle/>
          <a:p>
            <a:fld id="{103A1766-C31E-416C-B232-1427CCEEE038}" type="datetime1">
              <a:rPr lang="en-IN" smtClean="0"/>
              <a:t>19-02-2026</a:t>
            </a:fld>
            <a:endParaRPr lang="en-US"/>
          </a:p>
        </p:txBody>
      </p:sp>
      <p:sp>
        <p:nvSpPr>
          <p:cNvPr id="10" name="Footer Placeholder 9">
            <a:extLst>
              <a:ext uri="{FF2B5EF4-FFF2-40B4-BE49-F238E27FC236}">
                <a16:creationId xmlns:a16="http://schemas.microsoft.com/office/drawing/2014/main" id="{36DE0533-20F9-DEE5-2411-169E9682512F}"/>
              </a:ext>
            </a:extLst>
          </p:cNvPr>
          <p:cNvSpPr>
            <a:spLocks noGrp="1"/>
          </p:cNvSpPr>
          <p:nvPr>
            <p:ph type="ftr" sz="quarter" idx="11"/>
          </p:nvPr>
        </p:nvSpPr>
        <p:spPr>
          <a:xfrm>
            <a:off x="4038600" y="6428567"/>
            <a:ext cx="4114800" cy="365125"/>
          </a:xfrm>
        </p:spPr>
        <p:txBody>
          <a:bodyPr/>
          <a:lstStyle/>
          <a:p>
            <a:endParaRPr lang="en-US"/>
          </a:p>
        </p:txBody>
      </p:sp>
      <p:sp>
        <p:nvSpPr>
          <p:cNvPr id="11" name="Slide Number Placeholder 10">
            <a:extLst>
              <a:ext uri="{FF2B5EF4-FFF2-40B4-BE49-F238E27FC236}">
                <a16:creationId xmlns:a16="http://schemas.microsoft.com/office/drawing/2014/main" id="{EE412BBF-61E1-E9F4-2DD7-8A9CF9E7532D}"/>
              </a:ext>
            </a:extLst>
          </p:cNvPr>
          <p:cNvSpPr>
            <a:spLocks noGrp="1"/>
          </p:cNvSpPr>
          <p:nvPr>
            <p:ph type="sldNum" sz="quarter" idx="12"/>
          </p:nvPr>
        </p:nvSpPr>
        <p:spPr/>
        <p:txBody>
          <a:bodyPr/>
          <a:lstStyle/>
          <a:p>
            <a:fld id="{09C9ADEB-085E-42EF-9806-608EC1CF04BB}" type="slidenum">
              <a:rPr lang="en-US" smtClean="0"/>
              <a:t>7</a:t>
            </a:fld>
            <a:endParaRPr lang="en-US"/>
          </a:p>
        </p:txBody>
      </p:sp>
    </p:spTree>
    <p:extLst>
      <p:ext uri="{BB962C8B-B14F-4D97-AF65-F5344CB8AC3E}">
        <p14:creationId xmlns:p14="http://schemas.microsoft.com/office/powerpoint/2010/main" val="2013046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B17C2-0A07-1581-B58F-7110EC8F7034}"/>
              </a:ext>
            </a:extLst>
          </p:cNvPr>
          <p:cNvSpPr>
            <a:spLocks noGrp="1"/>
          </p:cNvSpPr>
          <p:nvPr>
            <p:ph type="title"/>
          </p:nvPr>
        </p:nvSpPr>
        <p:spPr>
          <a:xfrm>
            <a:off x="772886" y="-81843"/>
            <a:ext cx="10515600" cy="1325563"/>
          </a:xfrm>
        </p:spPr>
        <p:txBody>
          <a:bodyPr>
            <a:normAutofit/>
          </a:bodyPr>
          <a:lstStyle/>
          <a:p>
            <a:pPr algn="ctr"/>
            <a:r>
              <a:rPr lang="en-US" b="1" dirty="0">
                <a:latin typeface="Times New Roman" panose="02020603050405020304" pitchFamily="18" charset="0"/>
                <a:cs typeface="Times New Roman" panose="02020603050405020304" pitchFamily="18" charset="0"/>
              </a:rPr>
              <a:t>Software Requirements</a:t>
            </a:r>
          </a:p>
        </p:txBody>
      </p:sp>
      <p:sp>
        <p:nvSpPr>
          <p:cNvPr id="3" name="Content Placeholder 2">
            <a:extLst>
              <a:ext uri="{FF2B5EF4-FFF2-40B4-BE49-F238E27FC236}">
                <a16:creationId xmlns:a16="http://schemas.microsoft.com/office/drawing/2014/main" id="{AD88CA6F-CECB-7937-043C-A8007A01449B}"/>
              </a:ext>
            </a:extLst>
          </p:cNvPr>
          <p:cNvSpPr>
            <a:spLocks noGrp="1"/>
          </p:cNvSpPr>
          <p:nvPr>
            <p:ph idx="1"/>
          </p:nvPr>
        </p:nvSpPr>
        <p:spPr>
          <a:xfrm>
            <a:off x="122177" y="865555"/>
            <a:ext cx="11615734" cy="5490795"/>
          </a:xfrm>
        </p:spPr>
        <p:txBody>
          <a:bodyPr>
            <a:normAutofit fontScale="25000" lnSpcReduction="20000"/>
          </a:bodyPr>
          <a:lstStyle/>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dirty="0">
                <a:effectLst/>
                <a:latin typeface="Times New Roman" panose="02020603050405020304" pitchFamily="18" charset="0"/>
                <a:ea typeface="Aptos" panose="020B0004020202020204" pitchFamily="34" charset="0"/>
                <a:cs typeface="Times New Roman" panose="02020603050405020304" pitchFamily="18" charset="0"/>
              </a:rPr>
              <a:t>OS: Windows 10+, Ubuntu 20.04+, </a:t>
            </a:r>
            <a:r>
              <a:rPr lang="en-US" sz="6400" kern="100">
                <a:effectLst/>
                <a:latin typeface="Times New Roman" panose="02020603050405020304" pitchFamily="18" charset="0"/>
                <a:ea typeface="Aptos" panose="020B0004020202020204" pitchFamily="34" charset="0"/>
                <a:cs typeface="Times New Roman" panose="02020603050405020304" pitchFamily="18" charset="0"/>
              </a:rPr>
              <a:t>or macOS.</a:t>
            </a:r>
            <a:endParaRPr lang="en-US" sz="6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a:effectLst/>
                <a:latin typeface="Times New Roman" panose="02020603050405020304" pitchFamily="18" charset="0"/>
                <a:ea typeface="Aptos" panose="020B0004020202020204" pitchFamily="34" charset="0"/>
                <a:cs typeface="Times New Roman" panose="02020603050405020304" pitchFamily="18" charset="0"/>
              </a:rPr>
              <a:t>Python: 3.8 or later.</a:t>
            </a: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a:effectLst/>
                <a:latin typeface="Times New Roman" panose="02020603050405020304" pitchFamily="18" charset="0"/>
                <a:ea typeface="Aptos" panose="020B0004020202020204" pitchFamily="34" charset="0"/>
                <a:cs typeface="Times New Roman" panose="02020603050405020304" pitchFamily="18" charset="0"/>
              </a:rPr>
              <a:t>Flask: </a:t>
            </a:r>
            <a:r>
              <a:rPr lang="en-US" sz="6400">
                <a:latin typeface="Times New Roman" panose="02020603050405020304" pitchFamily="18" charset="0"/>
                <a:cs typeface="Times New Roman" panose="02020603050405020304" pitchFamily="18" charset="0"/>
              </a:rPr>
              <a:t>A lightweight web framework required to serve the application as a web app</a:t>
            </a:r>
            <a:endParaRPr lang="en-US" sz="6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dirty="0" err="1">
                <a:effectLst/>
                <a:latin typeface="Times New Roman" panose="02020603050405020304" pitchFamily="18" charset="0"/>
                <a:ea typeface="Aptos" panose="020B0004020202020204" pitchFamily="34" charset="0"/>
                <a:cs typeface="Times New Roman" panose="02020603050405020304" pitchFamily="18" charset="0"/>
              </a:rPr>
              <a:t>MediaPipe</a:t>
            </a:r>
            <a:r>
              <a:rPr lang="en-US" sz="64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6400">
                <a:latin typeface="Times New Roman" panose="02020603050405020304" pitchFamily="18" charset="0"/>
                <a:cs typeface="Times New Roman" panose="02020603050405020304" pitchFamily="18" charset="0"/>
              </a:rPr>
              <a:t>Provides pre-trained, real-time pipelines for hand and pose landmark detection</a:t>
            </a:r>
            <a:endParaRPr lang="en-US" sz="6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a:effectLst/>
                <a:latin typeface="Times New Roman" panose="02020603050405020304" pitchFamily="18" charset="0"/>
                <a:ea typeface="Aptos" panose="020B0004020202020204" pitchFamily="34" charset="0"/>
                <a:cs typeface="Times New Roman" panose="02020603050405020304" pitchFamily="18" charset="0"/>
              </a:rPr>
              <a:t>OpenCV : </a:t>
            </a:r>
            <a:r>
              <a:rPr lang="en-IN" sz="6400">
                <a:latin typeface="Times New Roman" panose="02020603050405020304" pitchFamily="18" charset="0"/>
                <a:cs typeface="Times New Roman" panose="02020603050405020304" pitchFamily="18" charset="0"/>
              </a:rPr>
              <a:t>Handles video capture, frame preprocessing, image transformations</a:t>
            </a:r>
            <a:endParaRPr lang="en-US" sz="6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a:effectLst/>
                <a:latin typeface="Times New Roman" panose="02020603050405020304" pitchFamily="18" charset="0"/>
                <a:ea typeface="Aptos" panose="020B0004020202020204" pitchFamily="34" charset="0"/>
                <a:cs typeface="Times New Roman" panose="02020603050405020304" pitchFamily="18" charset="0"/>
              </a:rPr>
              <a:t>ML </a:t>
            </a:r>
            <a:r>
              <a:rPr lang="en-US" sz="6400" kern="100">
                <a:latin typeface="Times New Roman" panose="02020603050405020304" pitchFamily="18" charset="0"/>
                <a:ea typeface="Aptos" panose="020B0004020202020204" pitchFamily="34" charset="0"/>
                <a:cs typeface="Times New Roman" panose="02020603050405020304" pitchFamily="18" charset="0"/>
              </a:rPr>
              <a:t>model</a:t>
            </a:r>
            <a:r>
              <a:rPr lang="en-US" sz="64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6400" kern="100">
                <a:latin typeface="Times New Roman" panose="02020603050405020304" pitchFamily="18" charset="0"/>
                <a:ea typeface="Aptos" panose="020B0004020202020204" pitchFamily="34" charset="0"/>
                <a:cs typeface="Times New Roman" panose="02020603050405020304" pitchFamily="18" charset="0"/>
              </a:rPr>
              <a:t>SVM (Support Vector Machine)</a:t>
            </a:r>
            <a:endParaRPr lang="en-US" sz="6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a:effectLst/>
                <a:latin typeface="Times New Roman" panose="02020603050405020304" pitchFamily="18" charset="0"/>
                <a:ea typeface="Aptos" panose="020B0004020202020204" pitchFamily="34" charset="0"/>
                <a:cs typeface="Times New Roman" panose="02020603050405020304" pitchFamily="18" charset="0"/>
              </a:rPr>
              <a:t>Speech-to-Text: Java Script Recognition API</a:t>
            </a:r>
            <a:endParaRPr lang="en-US" sz="6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dirty="0">
                <a:effectLst/>
                <a:latin typeface="Times New Roman" panose="02020603050405020304" pitchFamily="18" charset="0"/>
                <a:ea typeface="Aptos" panose="020B0004020202020204" pitchFamily="34" charset="0"/>
                <a:cs typeface="Times New Roman" panose="02020603050405020304" pitchFamily="18" charset="0"/>
              </a:rPr>
              <a:t>Text-to-Speech</a:t>
            </a:r>
            <a:r>
              <a:rPr lang="en-US" sz="6400" kern="100">
                <a:effectLst/>
                <a:latin typeface="Times New Roman" panose="02020603050405020304" pitchFamily="18" charset="0"/>
                <a:ea typeface="Aptos" panose="020B0004020202020204" pitchFamily="34" charset="0"/>
                <a:cs typeface="Times New Roman" panose="02020603050405020304" pitchFamily="18" charset="0"/>
              </a:rPr>
              <a:t>: gTTS</a:t>
            </a:r>
            <a:r>
              <a:rPr lang="en-US" sz="6400" kern="100">
                <a:latin typeface="Times New Roman" panose="02020603050405020304" pitchFamily="18" charset="0"/>
                <a:ea typeface="Aptos" panose="020B0004020202020204" pitchFamily="34" charset="0"/>
                <a:cs typeface="Times New Roman" panose="02020603050405020304" pitchFamily="18" charset="0"/>
              </a:rPr>
              <a:t> with pygame </a:t>
            </a:r>
            <a:r>
              <a:rPr lang="en-US" sz="6400" kern="100">
                <a:effectLst/>
                <a:latin typeface="Times New Roman" panose="02020603050405020304" pitchFamily="18" charset="0"/>
                <a:ea typeface="Aptos" panose="020B0004020202020204" pitchFamily="34" charset="0"/>
                <a:cs typeface="Times New Roman" panose="02020603050405020304" pitchFamily="18" charset="0"/>
              </a:rPr>
              <a:t>.</a:t>
            </a:r>
            <a:endParaRPr lang="en-US" sz="6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dirty="0">
                <a:effectLst/>
                <a:latin typeface="Times New Roman" panose="02020603050405020304" pitchFamily="18" charset="0"/>
                <a:ea typeface="Aptos" panose="020B0004020202020204" pitchFamily="34" charset="0"/>
                <a:cs typeface="Times New Roman" panose="02020603050405020304" pitchFamily="18" charset="0"/>
              </a:rPr>
              <a:t>Frontend: HTML5, CSS3</a:t>
            </a:r>
            <a:r>
              <a:rPr lang="en-US" sz="6400" kern="100">
                <a:effectLst/>
                <a:latin typeface="Times New Roman" panose="02020603050405020304" pitchFamily="18" charset="0"/>
                <a:ea typeface="Aptos" panose="020B0004020202020204" pitchFamily="34" charset="0"/>
                <a:cs typeface="Times New Roman" panose="02020603050405020304" pitchFamily="18" charset="0"/>
              </a:rPr>
              <a:t>, JavaScript.</a:t>
            </a:r>
            <a:endParaRPr lang="en-US" sz="6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gn="just">
              <a:lnSpc>
                <a:spcPct val="200000"/>
              </a:lnSpc>
              <a:spcBef>
                <a:spcPts val="0"/>
              </a:spcBef>
              <a:spcAft>
                <a:spcPts val="800"/>
              </a:spcAft>
              <a:buSzPts val="1000"/>
              <a:buFont typeface="Symbol" panose="05050102010706020507" pitchFamily="18" charset="2"/>
              <a:buChar char=""/>
              <a:tabLst>
                <a:tab pos="457200" algn="l"/>
              </a:tabLst>
            </a:pPr>
            <a:r>
              <a:rPr lang="en-US" sz="6400" kern="100" dirty="0">
                <a:effectLst/>
                <a:latin typeface="Times New Roman" panose="02020603050405020304" pitchFamily="18" charset="0"/>
                <a:ea typeface="Aptos" panose="020B0004020202020204" pitchFamily="34" charset="0"/>
                <a:cs typeface="Times New Roman" panose="02020603050405020304" pitchFamily="18" charset="0"/>
              </a:rPr>
              <a:t>Database: SQLite3 for session/</a:t>
            </a:r>
            <a:r>
              <a:rPr lang="en-US" sz="6400" kern="100">
                <a:effectLst/>
                <a:latin typeface="Times New Roman" panose="02020603050405020304" pitchFamily="18" charset="0"/>
                <a:ea typeface="Aptos" panose="020B0004020202020204" pitchFamily="34" charset="0"/>
                <a:cs typeface="Times New Roman" panose="02020603050405020304" pitchFamily="18" charset="0"/>
              </a:rPr>
              <a:t>user data</a:t>
            </a:r>
            <a:r>
              <a:rPr lang="en-US" sz="6400" kern="100">
                <a:latin typeface="Times New Roman" panose="02020603050405020304" pitchFamily="18" charset="0"/>
                <a:ea typeface="Aptos" panose="020B0004020202020204" pitchFamily="34" charset="0"/>
                <a:cs typeface="Times New Roman" panose="02020603050405020304" pitchFamily="18" charset="0"/>
              </a:rPr>
              <a:t>.</a:t>
            </a:r>
            <a:endParaRPr lang="en-US" sz="64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lvl="0" indent="0" algn="just">
              <a:lnSpc>
                <a:spcPct val="200000"/>
              </a:lnSpc>
              <a:spcBef>
                <a:spcPts val="0"/>
              </a:spcBef>
              <a:spcAft>
                <a:spcPts val="800"/>
              </a:spcAft>
              <a:buSzPts val="1000"/>
              <a:buNone/>
              <a:tabLst>
                <a:tab pos="457200" algn="l"/>
              </a:tabLst>
            </a:pPr>
            <a:endParaRPr lang="en-US" sz="22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p:sp>
        <p:nvSpPr>
          <p:cNvPr id="7" name="TextBox 6">
            <a:extLst>
              <a:ext uri="{FF2B5EF4-FFF2-40B4-BE49-F238E27FC236}">
                <a16:creationId xmlns:a16="http://schemas.microsoft.com/office/drawing/2014/main" id="{5A46544E-85AB-58AB-3FFB-4FCAE52EF1B1}"/>
              </a:ext>
            </a:extLst>
          </p:cNvPr>
          <p:cNvSpPr txBox="1"/>
          <p:nvPr/>
        </p:nvSpPr>
        <p:spPr>
          <a:xfrm>
            <a:off x="715460" y="-87630"/>
            <a:ext cx="609755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6" name="Date Placeholder 5">
            <a:extLst>
              <a:ext uri="{FF2B5EF4-FFF2-40B4-BE49-F238E27FC236}">
                <a16:creationId xmlns:a16="http://schemas.microsoft.com/office/drawing/2014/main" id="{88474219-3826-A352-3692-47A88B6B321E}"/>
              </a:ext>
            </a:extLst>
          </p:cNvPr>
          <p:cNvSpPr>
            <a:spLocks noGrp="1"/>
          </p:cNvSpPr>
          <p:nvPr>
            <p:ph type="dt" sz="half" idx="10"/>
          </p:nvPr>
        </p:nvSpPr>
        <p:spPr/>
        <p:txBody>
          <a:bodyPr/>
          <a:lstStyle/>
          <a:p>
            <a:fld id="{3F86AA2E-FE50-4395-B5D7-8D2ADD90E792}" type="datetime1">
              <a:rPr lang="en-IN" smtClean="0"/>
              <a:t>19-02-2026</a:t>
            </a:fld>
            <a:endParaRPr lang="en-US"/>
          </a:p>
        </p:txBody>
      </p:sp>
      <p:sp>
        <p:nvSpPr>
          <p:cNvPr id="8" name="Footer Placeholder 7">
            <a:extLst>
              <a:ext uri="{FF2B5EF4-FFF2-40B4-BE49-F238E27FC236}">
                <a16:creationId xmlns:a16="http://schemas.microsoft.com/office/drawing/2014/main" id="{6FC66671-C7CC-20F8-FD88-EDED0A376F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900F74-9113-3CB9-0739-E907F2432B87}"/>
              </a:ext>
            </a:extLst>
          </p:cNvPr>
          <p:cNvSpPr>
            <a:spLocks noGrp="1"/>
          </p:cNvSpPr>
          <p:nvPr>
            <p:ph type="sldNum" sz="quarter" idx="12"/>
          </p:nvPr>
        </p:nvSpPr>
        <p:spPr/>
        <p:txBody>
          <a:bodyPr/>
          <a:lstStyle/>
          <a:p>
            <a:fld id="{09C9ADEB-085E-42EF-9806-608EC1CF04BB}" type="slidenum">
              <a:rPr lang="en-US" smtClean="0"/>
              <a:t>8</a:t>
            </a:fld>
            <a:endParaRPr lang="en-US"/>
          </a:p>
        </p:txBody>
      </p:sp>
    </p:spTree>
    <p:extLst>
      <p:ext uri="{BB962C8B-B14F-4D97-AF65-F5344CB8AC3E}">
        <p14:creationId xmlns:p14="http://schemas.microsoft.com/office/powerpoint/2010/main" val="3089232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1DEB7-DCCC-2858-FDA5-CEAE5B680882}"/>
              </a:ext>
            </a:extLst>
          </p:cNvPr>
          <p:cNvSpPr>
            <a:spLocks noGrp="1"/>
          </p:cNvSpPr>
          <p:nvPr>
            <p:ph type="title"/>
          </p:nvPr>
        </p:nvSpPr>
        <p:spPr>
          <a:xfrm>
            <a:off x="838200" y="140354"/>
            <a:ext cx="10515600" cy="824578"/>
          </a:xfrm>
        </p:spPr>
        <p:txBody>
          <a:bodyPr>
            <a:noAutofit/>
          </a:bodyPr>
          <a:lstStyle/>
          <a:p>
            <a:pPr algn="ctr"/>
            <a:r>
              <a:rPr lang="en-US" b="1" dirty="0">
                <a:latin typeface="Times New Roman" panose="02020603050405020304" pitchFamily="18" charset="0"/>
                <a:cs typeface="Times New Roman" panose="02020603050405020304" pitchFamily="18" charset="0"/>
              </a:rPr>
              <a:t>System Architecture </a:t>
            </a:r>
          </a:p>
        </p:txBody>
      </p:sp>
      <p:sp>
        <p:nvSpPr>
          <p:cNvPr id="7" name="TextBox 6">
            <a:extLst>
              <a:ext uri="{FF2B5EF4-FFF2-40B4-BE49-F238E27FC236}">
                <a16:creationId xmlns:a16="http://schemas.microsoft.com/office/drawing/2014/main" id="{D2084BEE-CFBB-B5B9-DF0B-13740DECD44A}"/>
              </a:ext>
            </a:extLst>
          </p:cNvPr>
          <p:cNvSpPr txBox="1"/>
          <p:nvPr/>
        </p:nvSpPr>
        <p:spPr>
          <a:xfrm>
            <a:off x="772886" y="-140546"/>
            <a:ext cx="609755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a:t>
            </a:r>
            <a:endParaRPr lang="en-IN" sz="1100"/>
          </a:p>
        </p:txBody>
      </p:sp>
      <p:sp>
        <p:nvSpPr>
          <p:cNvPr id="9" name="Date Placeholder 8">
            <a:extLst>
              <a:ext uri="{FF2B5EF4-FFF2-40B4-BE49-F238E27FC236}">
                <a16:creationId xmlns:a16="http://schemas.microsoft.com/office/drawing/2014/main" id="{E5E2CBC8-3DEE-9ABF-B7A3-64889C09E06A}"/>
              </a:ext>
            </a:extLst>
          </p:cNvPr>
          <p:cNvSpPr>
            <a:spLocks noGrp="1"/>
          </p:cNvSpPr>
          <p:nvPr>
            <p:ph type="dt" sz="half" idx="10"/>
          </p:nvPr>
        </p:nvSpPr>
        <p:spPr/>
        <p:txBody>
          <a:bodyPr/>
          <a:lstStyle/>
          <a:p>
            <a:fld id="{24F946E7-74C7-41E3-B5CE-34A519FF6D06}" type="datetime1">
              <a:rPr lang="en-IN" smtClean="0"/>
              <a:t>19-02-2026</a:t>
            </a:fld>
            <a:endParaRPr lang="en-US"/>
          </a:p>
        </p:txBody>
      </p:sp>
      <p:sp>
        <p:nvSpPr>
          <p:cNvPr id="10" name="Footer Placeholder 9">
            <a:extLst>
              <a:ext uri="{FF2B5EF4-FFF2-40B4-BE49-F238E27FC236}">
                <a16:creationId xmlns:a16="http://schemas.microsoft.com/office/drawing/2014/main" id="{2479A072-269D-C237-B7A4-D0A1943F9981}"/>
              </a:ext>
            </a:extLst>
          </p:cNvPr>
          <p:cNvSpPr>
            <a:spLocks noGrp="1"/>
          </p:cNvSpPr>
          <p:nvPr>
            <p:ph type="ftr" sz="quarter" idx="11"/>
          </p:nvPr>
        </p:nvSpPr>
        <p:spPr>
          <a:xfrm>
            <a:off x="4038600" y="6492875"/>
            <a:ext cx="4114800" cy="365125"/>
          </a:xfrm>
        </p:spPr>
        <p:txBody>
          <a:bodyPr/>
          <a:lstStyle/>
          <a:p>
            <a:endParaRPr lang="en-US"/>
          </a:p>
        </p:txBody>
      </p:sp>
      <p:sp>
        <p:nvSpPr>
          <p:cNvPr id="11" name="Slide Number Placeholder 10">
            <a:extLst>
              <a:ext uri="{FF2B5EF4-FFF2-40B4-BE49-F238E27FC236}">
                <a16:creationId xmlns:a16="http://schemas.microsoft.com/office/drawing/2014/main" id="{9F1DF984-09A6-771D-9EA1-6FC1D64C3D6A}"/>
              </a:ext>
            </a:extLst>
          </p:cNvPr>
          <p:cNvSpPr>
            <a:spLocks noGrp="1"/>
          </p:cNvSpPr>
          <p:nvPr>
            <p:ph type="sldNum" sz="quarter" idx="12"/>
          </p:nvPr>
        </p:nvSpPr>
        <p:spPr/>
        <p:txBody>
          <a:bodyPr/>
          <a:lstStyle/>
          <a:p>
            <a:fld id="{09C9ADEB-085E-42EF-9806-608EC1CF04BB}" type="slidenum">
              <a:rPr lang="en-US" smtClean="0"/>
              <a:t>9</a:t>
            </a:fld>
            <a:endParaRPr lang="en-US"/>
          </a:p>
        </p:txBody>
      </p:sp>
      <p:sp>
        <p:nvSpPr>
          <p:cNvPr id="12" name="TextBox 11">
            <a:extLst>
              <a:ext uri="{FF2B5EF4-FFF2-40B4-BE49-F238E27FC236}">
                <a16:creationId xmlns:a16="http://schemas.microsoft.com/office/drawing/2014/main" id="{7F429064-B9C0-9709-78E8-332FCCBC4F60}"/>
              </a:ext>
            </a:extLst>
          </p:cNvPr>
          <p:cNvSpPr txBox="1"/>
          <p:nvPr/>
        </p:nvSpPr>
        <p:spPr>
          <a:xfrm>
            <a:off x="4553338" y="6137726"/>
            <a:ext cx="3506755" cy="338554"/>
          </a:xfrm>
          <a:prstGeom prst="rect">
            <a:avLst/>
          </a:prstGeom>
          <a:noFill/>
        </p:spPr>
        <p:txBody>
          <a:bodyPr wrap="square" rtlCol="0">
            <a:spAutoFit/>
          </a:bodyPr>
          <a:lstStyle/>
          <a:p>
            <a:pPr algn="ctr"/>
            <a:r>
              <a:rPr lang="en-IN" sz="1600">
                <a:latin typeface="Times New Roman" panose="02020603050405020304" pitchFamily="18" charset="0"/>
                <a:cs typeface="Times New Roman" panose="02020603050405020304" pitchFamily="18" charset="0"/>
              </a:rPr>
              <a:t>Fig 1.1: System Architecture</a:t>
            </a:r>
          </a:p>
        </p:txBody>
      </p:sp>
      <p:pic>
        <p:nvPicPr>
          <p:cNvPr id="14" name="Content Placeholder 13">
            <a:extLst>
              <a:ext uri="{FF2B5EF4-FFF2-40B4-BE49-F238E27FC236}">
                <a16:creationId xmlns:a16="http://schemas.microsoft.com/office/drawing/2014/main" id="{302EA066-E519-7ECB-89E7-E71892CA8E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8400" y="964932"/>
            <a:ext cx="7510675" cy="5172794"/>
          </a:xfrm>
        </p:spPr>
      </p:pic>
    </p:spTree>
    <p:extLst>
      <p:ext uri="{BB962C8B-B14F-4D97-AF65-F5344CB8AC3E}">
        <p14:creationId xmlns:p14="http://schemas.microsoft.com/office/powerpoint/2010/main" val="2112921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20D3-EEFA-C770-CC65-C65A0D6447B2}"/>
              </a:ext>
            </a:extLst>
          </p:cNvPr>
          <p:cNvSpPr>
            <a:spLocks noGrp="1"/>
          </p:cNvSpPr>
          <p:nvPr>
            <p:ph type="title"/>
          </p:nvPr>
        </p:nvSpPr>
        <p:spPr>
          <a:xfrm>
            <a:off x="487086" y="68742"/>
            <a:ext cx="11224726" cy="1001559"/>
          </a:xfrm>
        </p:spPr>
        <p:txBody>
          <a:bodyPr>
            <a:noAutofit/>
          </a:bodyPr>
          <a:lstStyle/>
          <a:p>
            <a:pPr algn="ctr"/>
            <a:r>
              <a:rPr lang="en-US" sz="4000" b="1" dirty="0">
                <a:latin typeface="Times New Roman" panose="02020603050405020304" pitchFamily="18" charset="0"/>
                <a:cs typeface="Times New Roman" panose="02020603050405020304" pitchFamily="18" charset="0"/>
              </a:rPr>
              <a:t>Sign-to-Speech Implementation Workflow</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BDA3F3-FB74-FC79-E00F-5656DC9826AF}"/>
              </a:ext>
            </a:extLst>
          </p:cNvPr>
          <p:cNvSpPr>
            <a:spLocks noGrp="1"/>
          </p:cNvSpPr>
          <p:nvPr>
            <p:ph idx="1"/>
          </p:nvPr>
        </p:nvSpPr>
        <p:spPr>
          <a:xfrm>
            <a:off x="188045" y="1238252"/>
            <a:ext cx="11353922" cy="4879975"/>
          </a:xfrm>
        </p:spPr>
        <p:txBody>
          <a:bodyPr>
            <a:normAutofit/>
          </a:bodyPr>
          <a:lstStyle/>
          <a:p>
            <a:pPr marL="0" indent="0" algn="just">
              <a:buNone/>
            </a:pPr>
            <a:r>
              <a:rPr lang="en-US" sz="3800" b="1">
                <a:latin typeface="Times New Roman" panose="02020603050405020304" pitchFamily="18" charset="0"/>
                <a:cs typeface="Times New Roman" panose="02020603050405020304" pitchFamily="18" charset="0"/>
              </a:rPr>
              <a:t>1. Frame </a:t>
            </a:r>
            <a:r>
              <a:rPr lang="en-US" sz="3800" b="1" dirty="0">
                <a:latin typeface="Times New Roman" panose="02020603050405020304" pitchFamily="18" charset="0"/>
                <a:cs typeface="Times New Roman" panose="02020603050405020304" pitchFamily="18" charset="0"/>
              </a:rPr>
              <a:t>Capture &amp; Preprocessing</a:t>
            </a:r>
          </a:p>
          <a:p>
            <a:pPr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Webcam video captured </a:t>
            </a:r>
            <a:r>
              <a:rPr lang="en-US" sz="2600">
                <a:latin typeface="Times New Roman" panose="02020603050405020304" pitchFamily="18" charset="0"/>
                <a:cs typeface="Times New Roman" panose="02020603050405020304" pitchFamily="18" charset="0"/>
              </a:rPr>
              <a:t>using WebUI.</a:t>
            </a:r>
            <a:endParaRPr lang="en-US" sz="2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Frames sent to Flask </a:t>
            </a:r>
            <a:r>
              <a:rPr lang="en-US" sz="2600">
                <a:latin typeface="Times New Roman" panose="02020603050405020304" pitchFamily="18" charset="0"/>
                <a:cs typeface="Times New Roman" panose="02020603050405020304" pitchFamily="18" charset="0"/>
              </a:rPr>
              <a:t>API </a:t>
            </a:r>
            <a:endParaRPr lang="en-US" sz="26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OpenCV </a:t>
            </a:r>
            <a:r>
              <a:rPr lang="en-US" sz="2600">
                <a:latin typeface="Times New Roman" panose="02020603050405020304" pitchFamily="18" charset="0"/>
                <a:cs typeface="Times New Roman" panose="02020603050405020304" pitchFamily="18" charset="0"/>
              </a:rPr>
              <a:t>converts frames.</a:t>
            </a:r>
            <a:endParaRPr lang="en-US" sz="5100" dirty="0">
              <a:latin typeface="Times New Roman" panose="02020603050405020304" pitchFamily="18" charset="0"/>
              <a:cs typeface="Times New Roman" panose="02020603050405020304" pitchFamily="18" charset="0"/>
            </a:endParaRPr>
          </a:p>
          <a:p>
            <a:pPr marL="0" indent="0" algn="just">
              <a:buNone/>
            </a:pPr>
            <a:r>
              <a:rPr lang="en-US" sz="3800" b="1">
                <a:latin typeface="Times New Roman" panose="02020603050405020304" pitchFamily="18" charset="0"/>
                <a:cs typeface="Times New Roman" panose="02020603050405020304" pitchFamily="18" charset="0"/>
              </a:rPr>
              <a:t>2. Landmark </a:t>
            </a:r>
            <a:r>
              <a:rPr lang="en-US" sz="3800" b="1" dirty="0">
                <a:latin typeface="Times New Roman" panose="02020603050405020304" pitchFamily="18" charset="0"/>
                <a:cs typeface="Times New Roman" panose="02020603050405020304" pitchFamily="18" charset="0"/>
              </a:rPr>
              <a:t>Extraction</a:t>
            </a:r>
          </a:p>
          <a:p>
            <a:pPr algn="just"/>
            <a:r>
              <a:rPr lang="en-US" dirty="0" err="1">
                <a:latin typeface="Times New Roman" panose="02020603050405020304" pitchFamily="18" charset="0"/>
                <a:cs typeface="Times New Roman" panose="02020603050405020304" pitchFamily="18" charset="0"/>
              </a:rPr>
              <a:t>MediaPipe</a:t>
            </a:r>
            <a:r>
              <a:rPr lang="en-US" dirty="0">
                <a:latin typeface="Times New Roman" panose="02020603050405020304" pitchFamily="18" charset="0"/>
                <a:cs typeface="Times New Roman" panose="02020603050405020304" pitchFamily="18" charset="0"/>
              </a:rPr>
              <a:t> Hand module detects:</a:t>
            </a:r>
          </a:p>
          <a:p>
            <a:pPr lvl="1"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21 hand landmarks per hand</a:t>
            </a:r>
          </a:p>
          <a:p>
            <a:pPr lvl="1" algn="just">
              <a:buFont typeface="Wingdings" panose="05000000000000000000" pitchFamily="2" charset="2"/>
              <a:buChar char="§"/>
            </a:pPr>
            <a:r>
              <a:rPr lang="en-US" sz="2800" dirty="0">
                <a:latin typeface="Times New Roman" panose="02020603050405020304" pitchFamily="18" charset="0"/>
                <a:cs typeface="Times New Roman" panose="02020603050405020304" pitchFamily="18" charset="0"/>
              </a:rPr>
              <a:t>x, y, z coordinates normalized</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Handles variations in lighting, speed, and angles</a:t>
            </a:r>
          </a:p>
          <a:p>
            <a:pPr algn="just"/>
            <a:endParaRPr lang="en-US" dirty="0"/>
          </a:p>
        </p:txBody>
      </p:sp>
      <p:sp>
        <p:nvSpPr>
          <p:cNvPr id="7" name="TextBox 6">
            <a:extLst>
              <a:ext uri="{FF2B5EF4-FFF2-40B4-BE49-F238E27FC236}">
                <a16:creationId xmlns:a16="http://schemas.microsoft.com/office/drawing/2014/main" id="{B3D46B74-9B4B-55AC-CEC4-5F62DC164EB1}"/>
              </a:ext>
            </a:extLst>
          </p:cNvPr>
          <p:cNvSpPr txBox="1"/>
          <p:nvPr/>
        </p:nvSpPr>
        <p:spPr>
          <a:xfrm>
            <a:off x="607923" y="-123234"/>
            <a:ext cx="609755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9" name="Date Placeholder 8">
            <a:extLst>
              <a:ext uri="{FF2B5EF4-FFF2-40B4-BE49-F238E27FC236}">
                <a16:creationId xmlns:a16="http://schemas.microsoft.com/office/drawing/2014/main" id="{E9D1029A-A030-7A2C-3A25-B68351EB7861}"/>
              </a:ext>
            </a:extLst>
          </p:cNvPr>
          <p:cNvSpPr>
            <a:spLocks noGrp="1"/>
          </p:cNvSpPr>
          <p:nvPr>
            <p:ph type="dt" sz="half" idx="10"/>
          </p:nvPr>
        </p:nvSpPr>
        <p:spPr/>
        <p:txBody>
          <a:bodyPr/>
          <a:lstStyle/>
          <a:p>
            <a:fld id="{1AEBE960-0B0A-4CF4-8DE1-96B0CD162751}" type="datetime1">
              <a:rPr lang="en-IN" smtClean="0"/>
              <a:t>19-02-2026</a:t>
            </a:fld>
            <a:endParaRPr lang="en-US"/>
          </a:p>
        </p:txBody>
      </p:sp>
      <p:sp>
        <p:nvSpPr>
          <p:cNvPr id="10" name="Footer Placeholder 9">
            <a:extLst>
              <a:ext uri="{FF2B5EF4-FFF2-40B4-BE49-F238E27FC236}">
                <a16:creationId xmlns:a16="http://schemas.microsoft.com/office/drawing/2014/main" id="{D0E2C79D-E9F8-668B-19AB-1FD00A2F9B59}"/>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3722698D-A265-AF9E-8ABB-9DC75678BA52}"/>
              </a:ext>
            </a:extLst>
          </p:cNvPr>
          <p:cNvSpPr>
            <a:spLocks noGrp="1"/>
          </p:cNvSpPr>
          <p:nvPr>
            <p:ph type="sldNum" sz="quarter" idx="12"/>
          </p:nvPr>
        </p:nvSpPr>
        <p:spPr/>
        <p:txBody>
          <a:bodyPr/>
          <a:lstStyle/>
          <a:p>
            <a:fld id="{09C9ADEB-085E-42EF-9806-608EC1CF04BB}" type="slidenum">
              <a:rPr lang="en-US" smtClean="0"/>
              <a:t>10</a:t>
            </a:fld>
            <a:endParaRPr lang="en-US"/>
          </a:p>
        </p:txBody>
      </p:sp>
    </p:spTree>
    <p:extLst>
      <p:ext uri="{BB962C8B-B14F-4D97-AF65-F5344CB8AC3E}">
        <p14:creationId xmlns:p14="http://schemas.microsoft.com/office/powerpoint/2010/main" val="3227191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9D35EB-EBE5-C800-BA4D-938A8CEFB2FF}"/>
              </a:ext>
            </a:extLst>
          </p:cNvPr>
          <p:cNvSpPr txBox="1"/>
          <p:nvPr/>
        </p:nvSpPr>
        <p:spPr>
          <a:xfrm>
            <a:off x="202939" y="370357"/>
            <a:ext cx="11357688" cy="5196615"/>
          </a:xfrm>
          <a:prstGeom prst="rect">
            <a:avLst/>
          </a:prstGeom>
          <a:noFill/>
        </p:spPr>
        <p:txBody>
          <a:bodyPr wrap="square">
            <a:spAutoFit/>
          </a:bodyPr>
          <a:lstStyle/>
          <a:p>
            <a:pPr marL="0" indent="0" algn="just">
              <a:lnSpc>
                <a:spcPct val="150000"/>
              </a:lnSpc>
              <a:buNone/>
            </a:pPr>
            <a:r>
              <a:rPr lang="en-US" sz="3600" b="1">
                <a:latin typeface="Times New Roman" panose="02020603050405020304" pitchFamily="18" charset="0"/>
                <a:cs typeface="Times New Roman" panose="02020603050405020304" pitchFamily="18" charset="0"/>
              </a:rPr>
              <a:t>3. Gesture Classification</a:t>
            </a:r>
          </a:p>
          <a:p>
            <a:pPr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ML model trained on landmark vectors</a:t>
            </a:r>
          </a:p>
          <a:p>
            <a:pPr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Supports:</a:t>
            </a:r>
          </a:p>
          <a:p>
            <a:pPr marL="742950" lvl="1" indent="-285750"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Alphabets</a:t>
            </a:r>
          </a:p>
          <a:p>
            <a:pPr marL="742950" lvl="1" indent="-285750"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Words</a:t>
            </a:r>
          </a:p>
          <a:p>
            <a:pPr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Output → predicted label sequence</a:t>
            </a:r>
          </a:p>
          <a:p>
            <a:pPr algn="just">
              <a:lnSpc>
                <a:spcPct val="150000"/>
              </a:lnSpc>
            </a:pPr>
            <a:r>
              <a:rPr lang="en-US" sz="3600" b="1">
                <a:latin typeface="Times New Roman" panose="02020603050405020304" pitchFamily="18" charset="0"/>
                <a:cs typeface="Times New Roman" panose="02020603050405020304" pitchFamily="18" charset="0"/>
              </a:rPr>
              <a:t>4. Sentence Generation &amp; TTS</a:t>
            </a:r>
          </a:p>
          <a:p>
            <a:pPr algn="just">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Gesture sequence → sentence using NLP rules</a:t>
            </a:r>
          </a:p>
          <a:p>
            <a:pPr algn="just">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Converts final text into speech</a:t>
            </a:r>
          </a:p>
          <a:p>
            <a:pPr algn="just">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Multilingual audio output using TTS engine</a:t>
            </a:r>
            <a:endParaRPr lang="en-US"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E0477A66-3B19-1958-A73F-14997C1982E5}"/>
              </a:ext>
            </a:extLst>
          </p:cNvPr>
          <p:cNvSpPr txBox="1"/>
          <p:nvPr/>
        </p:nvSpPr>
        <p:spPr>
          <a:xfrm>
            <a:off x="802433" y="-123234"/>
            <a:ext cx="609755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a:t>
            </a:r>
            <a:endParaRPr lang="en-IN" sz="1100"/>
          </a:p>
        </p:txBody>
      </p:sp>
      <p:sp>
        <p:nvSpPr>
          <p:cNvPr id="10" name="Date Placeholder 9">
            <a:extLst>
              <a:ext uri="{FF2B5EF4-FFF2-40B4-BE49-F238E27FC236}">
                <a16:creationId xmlns:a16="http://schemas.microsoft.com/office/drawing/2014/main" id="{BD283B71-7EE3-31A1-C4A0-71E6B7B85D85}"/>
              </a:ext>
            </a:extLst>
          </p:cNvPr>
          <p:cNvSpPr>
            <a:spLocks noGrp="1"/>
          </p:cNvSpPr>
          <p:nvPr>
            <p:ph type="dt" sz="half" idx="10"/>
          </p:nvPr>
        </p:nvSpPr>
        <p:spPr/>
        <p:txBody>
          <a:bodyPr/>
          <a:lstStyle/>
          <a:p>
            <a:fld id="{FC02C664-3991-44E4-BEB6-7D5EE66F5CEA}" type="datetime1">
              <a:rPr lang="en-IN" smtClean="0"/>
              <a:t>19-02-2026</a:t>
            </a:fld>
            <a:endParaRPr lang="en-US"/>
          </a:p>
        </p:txBody>
      </p:sp>
      <p:sp>
        <p:nvSpPr>
          <p:cNvPr id="11" name="Footer Placeholder 10">
            <a:extLst>
              <a:ext uri="{FF2B5EF4-FFF2-40B4-BE49-F238E27FC236}">
                <a16:creationId xmlns:a16="http://schemas.microsoft.com/office/drawing/2014/main" id="{E3554927-06ED-C5F5-AE2A-67BDF54A965F}"/>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090EE295-7882-7E4B-4C89-03641BA71816}"/>
              </a:ext>
            </a:extLst>
          </p:cNvPr>
          <p:cNvSpPr>
            <a:spLocks noGrp="1"/>
          </p:cNvSpPr>
          <p:nvPr>
            <p:ph type="sldNum" sz="quarter" idx="12"/>
          </p:nvPr>
        </p:nvSpPr>
        <p:spPr/>
        <p:txBody>
          <a:bodyPr/>
          <a:lstStyle/>
          <a:p>
            <a:fld id="{09C9ADEB-085E-42EF-9806-608EC1CF04BB}" type="slidenum">
              <a:rPr lang="en-US" smtClean="0"/>
              <a:t>11</a:t>
            </a:fld>
            <a:endParaRPr lang="en-US"/>
          </a:p>
        </p:txBody>
      </p:sp>
    </p:spTree>
    <p:extLst>
      <p:ext uri="{BB962C8B-B14F-4D97-AF65-F5344CB8AC3E}">
        <p14:creationId xmlns:p14="http://schemas.microsoft.com/office/powerpoint/2010/main" val="3515134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256B-F603-9C76-F3AC-170D322B42F9}"/>
              </a:ext>
            </a:extLst>
          </p:cNvPr>
          <p:cNvSpPr>
            <a:spLocks noGrp="1"/>
          </p:cNvSpPr>
          <p:nvPr>
            <p:ph type="title"/>
          </p:nvPr>
        </p:nvSpPr>
        <p:spPr>
          <a:xfrm>
            <a:off x="161864" y="315622"/>
            <a:ext cx="11459865" cy="981894"/>
          </a:xfrm>
        </p:spPr>
        <p:txBody>
          <a:bodyPr>
            <a:noAutofit/>
          </a:bodyPr>
          <a:lstStyle/>
          <a:p>
            <a:pPr algn="ctr"/>
            <a:r>
              <a:rPr lang="en-US" b="1" dirty="0">
                <a:latin typeface="Times New Roman" panose="02020603050405020304" pitchFamily="18" charset="0"/>
                <a:cs typeface="Times New Roman" panose="02020603050405020304" pitchFamily="18" charset="0"/>
              </a:rPr>
              <a:t>Speech-to-Sign Animation Implementation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01DB17-75C5-4C99-EA33-9BF2BF0F1F95}"/>
              </a:ext>
            </a:extLst>
          </p:cNvPr>
          <p:cNvSpPr>
            <a:spLocks noGrp="1"/>
          </p:cNvSpPr>
          <p:nvPr>
            <p:ph idx="1"/>
          </p:nvPr>
        </p:nvSpPr>
        <p:spPr>
          <a:xfrm>
            <a:off x="88918" y="1309105"/>
            <a:ext cx="11840986" cy="5605635"/>
          </a:xfrm>
        </p:spPr>
        <p:txBody>
          <a:bodyPr>
            <a:normAutofit/>
          </a:bodyPr>
          <a:lstStyle/>
          <a:p>
            <a:pPr marL="0" indent="0">
              <a:buNone/>
            </a:pPr>
            <a:r>
              <a:rPr lang="en-US" sz="2900" b="1" dirty="0">
                <a:latin typeface="Times New Roman" panose="02020603050405020304" pitchFamily="18" charset="0"/>
                <a:cs typeface="Times New Roman" panose="02020603050405020304" pitchFamily="18" charset="0"/>
              </a:rPr>
              <a:t>1. </a:t>
            </a:r>
            <a:r>
              <a:rPr lang="en-US" sz="3500" b="1" dirty="0">
                <a:latin typeface="Times New Roman" panose="02020603050405020304" pitchFamily="18" charset="0"/>
                <a:cs typeface="Times New Roman" panose="02020603050405020304" pitchFamily="18" charset="0"/>
              </a:rPr>
              <a:t>Speech Recognition Module</a:t>
            </a:r>
          </a:p>
          <a:p>
            <a:pPr algn="just">
              <a:lnSpc>
                <a:spcPct val="120000"/>
              </a:lnSpc>
              <a:buFont typeface="Arial" panose="020B0604020202020204" pitchFamily="34" charset="0"/>
              <a:buChar char="•"/>
            </a:pPr>
            <a:r>
              <a:rPr lang="en-US" sz="26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Microphone </a:t>
            </a:r>
            <a:r>
              <a:rPr lang="en-US" sz="2400" dirty="0">
                <a:latin typeface="Times New Roman" panose="02020603050405020304" pitchFamily="18" charset="0"/>
                <a:cs typeface="Times New Roman" panose="02020603050405020304" pitchFamily="18" charset="0"/>
              </a:rPr>
              <a:t>audio recorded in browser</a:t>
            </a:r>
          </a:p>
          <a:p>
            <a:pPr algn="just">
              <a:lnSpc>
                <a:spcPct val="12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Sent </a:t>
            </a:r>
            <a:r>
              <a:rPr lang="en-US" sz="2400" dirty="0">
                <a:latin typeface="Times New Roman" panose="02020603050405020304" pitchFamily="18" charset="0"/>
                <a:cs typeface="Times New Roman" panose="02020603050405020304" pitchFamily="18" charset="0"/>
              </a:rPr>
              <a:t>to backend via audio API</a:t>
            </a:r>
          </a:p>
          <a:p>
            <a:pPr algn="just">
              <a:lnSpc>
                <a:spcPct val="12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Java Speech Recognition API/pysttx3 converts </a:t>
            </a:r>
            <a:r>
              <a:rPr lang="en-US" sz="2400" dirty="0">
                <a:latin typeface="Times New Roman" panose="02020603050405020304" pitchFamily="18" charset="0"/>
                <a:cs typeface="Times New Roman" panose="02020603050405020304" pitchFamily="18" charset="0"/>
              </a:rPr>
              <a:t>speech → text</a:t>
            </a:r>
          </a:p>
          <a:p>
            <a:pPr algn="just">
              <a:lnSpc>
                <a:spcPct val="12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Noise filtering improves accuracy</a:t>
            </a:r>
          </a:p>
          <a:p>
            <a:pPr marL="0" indent="0" algn="just">
              <a:buNone/>
            </a:pPr>
            <a:r>
              <a:rPr lang="en-US" b="1">
                <a:latin typeface="Times New Roman" panose="02020603050405020304" pitchFamily="18" charset="0"/>
                <a:cs typeface="Times New Roman" panose="02020603050405020304" pitchFamily="18" charset="0"/>
              </a:rPr>
              <a:t>2</a:t>
            </a:r>
            <a:r>
              <a:rPr lang="en-US" sz="3600" b="1" dirty="0">
                <a:latin typeface="Times New Roman" panose="02020603050405020304" pitchFamily="18" charset="0"/>
                <a:cs typeface="Times New Roman" panose="02020603050405020304" pitchFamily="18" charset="0"/>
              </a:rPr>
              <a:t>. </a:t>
            </a:r>
            <a:r>
              <a:rPr lang="en-US" sz="3600" b="1">
                <a:latin typeface="Times New Roman" panose="02020603050405020304" pitchFamily="18" charset="0"/>
                <a:cs typeface="Times New Roman" panose="02020603050405020304" pitchFamily="18" charset="0"/>
              </a:rPr>
              <a:t>Text Processing</a:t>
            </a:r>
          </a:p>
          <a:p>
            <a:pPr algn="just"/>
            <a:r>
              <a:rPr lang="en-US" sz="2400">
                <a:latin typeface="Times New Roman" panose="02020603050405020304" pitchFamily="18" charset="0"/>
                <a:cs typeface="Times New Roman" panose="02020603050405020304" pitchFamily="18" charset="0"/>
              </a:rPr>
              <a:t>   Text </a:t>
            </a:r>
            <a:r>
              <a:rPr lang="en-US" sz="2400" dirty="0">
                <a:latin typeface="Times New Roman" panose="02020603050405020304" pitchFamily="18" charset="0"/>
                <a:cs typeface="Times New Roman" panose="02020603050405020304" pitchFamily="18" charset="0"/>
              </a:rPr>
              <a:t>cleaning: tokenization, </a:t>
            </a:r>
            <a:r>
              <a:rPr lang="en-US" sz="2400" dirty="0" err="1">
                <a:latin typeface="Times New Roman" panose="02020603050405020304" pitchFamily="18" charset="0"/>
                <a:cs typeface="Times New Roman" panose="02020603050405020304" pitchFamily="18" charset="0"/>
              </a:rPr>
              <a:t>stopword</a:t>
            </a:r>
            <a:r>
              <a:rPr lang="en-US" sz="2400" dirty="0">
                <a:latin typeface="Times New Roman" panose="02020603050405020304" pitchFamily="18" charset="0"/>
                <a:cs typeface="Times New Roman" panose="02020603050405020304" pitchFamily="18" charset="0"/>
              </a:rPr>
              <a:t> removal, lemmatization</a:t>
            </a:r>
          </a:p>
          <a:p>
            <a:pPr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Mapping </a:t>
            </a:r>
            <a:r>
              <a:rPr lang="en-US" sz="2400" dirty="0">
                <a:latin typeface="Times New Roman" panose="02020603050405020304" pitchFamily="18" charset="0"/>
                <a:cs typeface="Times New Roman" panose="02020603050405020304" pitchFamily="18" charset="0"/>
              </a:rPr>
              <a:t>text → sign </a:t>
            </a:r>
            <a:r>
              <a:rPr lang="en-US" sz="2400">
                <a:latin typeface="Times New Roman" panose="02020603050405020304" pitchFamily="18" charset="0"/>
                <a:cs typeface="Times New Roman" panose="02020603050405020304" pitchFamily="18" charset="0"/>
              </a:rPr>
              <a:t>gloss </a:t>
            </a: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Gloss sequence created.</a:t>
            </a:r>
            <a:endParaRPr lang="en-US" sz="2400" dirty="0">
              <a:latin typeface="Times New Roman" panose="02020603050405020304" pitchFamily="18" charset="0"/>
              <a:cs typeface="Times New Roman" panose="02020603050405020304" pitchFamily="18" charset="0"/>
            </a:endParaRPr>
          </a:p>
          <a:p>
            <a:endParaRPr lang="en-US" dirty="0"/>
          </a:p>
        </p:txBody>
      </p:sp>
      <p:sp>
        <p:nvSpPr>
          <p:cNvPr id="7" name="TextBox 6">
            <a:extLst>
              <a:ext uri="{FF2B5EF4-FFF2-40B4-BE49-F238E27FC236}">
                <a16:creationId xmlns:a16="http://schemas.microsoft.com/office/drawing/2014/main" id="{BC6CC239-455C-8130-B8E1-C30E48DE18F5}"/>
              </a:ext>
            </a:extLst>
          </p:cNvPr>
          <p:cNvSpPr txBox="1"/>
          <p:nvPr/>
        </p:nvSpPr>
        <p:spPr>
          <a:xfrm>
            <a:off x="558959" y="-101069"/>
            <a:ext cx="6111550"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9" name="Date Placeholder 8">
            <a:extLst>
              <a:ext uri="{FF2B5EF4-FFF2-40B4-BE49-F238E27FC236}">
                <a16:creationId xmlns:a16="http://schemas.microsoft.com/office/drawing/2014/main" id="{593AEA04-88E7-B3FA-0C0E-5FEDFF21CDB1}"/>
              </a:ext>
            </a:extLst>
          </p:cNvPr>
          <p:cNvSpPr>
            <a:spLocks noGrp="1"/>
          </p:cNvSpPr>
          <p:nvPr>
            <p:ph type="dt" sz="half" idx="10"/>
          </p:nvPr>
        </p:nvSpPr>
        <p:spPr/>
        <p:txBody>
          <a:bodyPr/>
          <a:lstStyle/>
          <a:p>
            <a:fld id="{825DAF5A-A7C3-4BD5-88FE-96022BA44100}" type="datetime1">
              <a:rPr lang="en-IN" smtClean="0"/>
              <a:t>19-02-2026</a:t>
            </a:fld>
            <a:endParaRPr lang="en-US"/>
          </a:p>
        </p:txBody>
      </p:sp>
      <p:sp>
        <p:nvSpPr>
          <p:cNvPr id="10" name="Footer Placeholder 9">
            <a:extLst>
              <a:ext uri="{FF2B5EF4-FFF2-40B4-BE49-F238E27FC236}">
                <a16:creationId xmlns:a16="http://schemas.microsoft.com/office/drawing/2014/main" id="{26E5283D-6712-DB18-79F6-E796E2FF829A}"/>
              </a:ext>
            </a:extLst>
          </p:cNvPr>
          <p:cNvSpPr>
            <a:spLocks noGrp="1"/>
          </p:cNvSpPr>
          <p:nvPr>
            <p:ph type="ftr" sz="quarter" idx="11"/>
          </p:nvPr>
        </p:nvSpPr>
        <p:spPr>
          <a:xfrm>
            <a:off x="4038600" y="6379804"/>
            <a:ext cx="4114800" cy="365125"/>
          </a:xfrm>
        </p:spPr>
        <p:txBody>
          <a:bodyPr/>
          <a:lstStyle/>
          <a:p>
            <a:endParaRPr lang="en-US"/>
          </a:p>
        </p:txBody>
      </p:sp>
      <p:sp>
        <p:nvSpPr>
          <p:cNvPr id="11" name="Slide Number Placeholder 10">
            <a:extLst>
              <a:ext uri="{FF2B5EF4-FFF2-40B4-BE49-F238E27FC236}">
                <a16:creationId xmlns:a16="http://schemas.microsoft.com/office/drawing/2014/main" id="{1CE8C342-103E-52E3-1021-6782CD6B622C}"/>
              </a:ext>
            </a:extLst>
          </p:cNvPr>
          <p:cNvSpPr>
            <a:spLocks noGrp="1"/>
          </p:cNvSpPr>
          <p:nvPr>
            <p:ph type="sldNum" sz="quarter" idx="12"/>
          </p:nvPr>
        </p:nvSpPr>
        <p:spPr/>
        <p:txBody>
          <a:bodyPr/>
          <a:lstStyle/>
          <a:p>
            <a:fld id="{09C9ADEB-085E-42EF-9806-608EC1CF04BB}" type="slidenum">
              <a:rPr lang="en-US" smtClean="0"/>
              <a:t>12</a:t>
            </a:fld>
            <a:endParaRPr lang="en-US"/>
          </a:p>
        </p:txBody>
      </p:sp>
    </p:spTree>
    <p:extLst>
      <p:ext uri="{BB962C8B-B14F-4D97-AF65-F5344CB8AC3E}">
        <p14:creationId xmlns:p14="http://schemas.microsoft.com/office/powerpoint/2010/main" val="38367441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888401-C77B-F932-0DE8-621836D0902F}"/>
              </a:ext>
            </a:extLst>
          </p:cNvPr>
          <p:cNvSpPr txBox="1"/>
          <p:nvPr/>
        </p:nvSpPr>
        <p:spPr>
          <a:xfrm>
            <a:off x="137626" y="755780"/>
            <a:ext cx="11012455" cy="5011949"/>
          </a:xfrm>
          <a:prstGeom prst="rect">
            <a:avLst/>
          </a:prstGeom>
          <a:noFill/>
        </p:spPr>
        <p:txBody>
          <a:bodyPr wrap="square">
            <a:spAutoFit/>
          </a:bodyPr>
          <a:lstStyle/>
          <a:p>
            <a:r>
              <a:rPr lang="en-US" sz="3600" b="1">
                <a:latin typeface="Times New Roman" panose="02020603050405020304" pitchFamily="18" charset="0"/>
                <a:cs typeface="Times New Roman" panose="02020603050405020304" pitchFamily="18" charset="0"/>
              </a:rPr>
              <a:t>3. Sign Animation Generation</a:t>
            </a:r>
          </a:p>
          <a:p>
            <a:pPr>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Animation engine selects corresponding animations:</a:t>
            </a:r>
          </a:p>
          <a:p>
            <a:pPr marL="742950" lvl="1" indent="-285750">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2D GIF-based signs</a:t>
            </a:r>
          </a:p>
          <a:p>
            <a:pPr marL="742950" lvl="1" indent="-285750">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3D avatar motion</a:t>
            </a:r>
          </a:p>
          <a:p>
            <a:pPr marL="742950" lvl="1" indent="-285750">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Skeletal animation frames</a:t>
            </a:r>
          </a:p>
          <a:p>
            <a:pPr>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Smooth playback in WebUI using JavaScript canvas or video tag</a:t>
            </a:r>
          </a:p>
          <a:p>
            <a:r>
              <a:rPr lang="en-US" sz="3600" b="1">
                <a:latin typeface="Times New Roman" panose="02020603050405020304" pitchFamily="18" charset="0"/>
                <a:cs typeface="Times New Roman" panose="02020603050405020304" pitchFamily="18" charset="0"/>
              </a:rPr>
              <a:t>4. Output Rendering</a:t>
            </a:r>
          </a:p>
          <a:p>
            <a:pPr>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Animation displayed in real-time</a:t>
            </a:r>
          </a:p>
          <a:p>
            <a:pPr>
              <a:lnSpc>
                <a:spcPct val="150000"/>
              </a:lnSpc>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      Acts as visual translation for speech input</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16A584E-F6E0-863D-8C18-E26BB756232B}"/>
              </a:ext>
            </a:extLst>
          </p:cNvPr>
          <p:cNvSpPr txBox="1"/>
          <p:nvPr/>
        </p:nvSpPr>
        <p:spPr>
          <a:xfrm>
            <a:off x="716024" y="-39279"/>
            <a:ext cx="610688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2" name="TextBox 1">
            <a:extLst>
              <a:ext uri="{FF2B5EF4-FFF2-40B4-BE49-F238E27FC236}">
                <a16:creationId xmlns:a16="http://schemas.microsoft.com/office/drawing/2014/main" id="{A9440CA6-0A33-3B76-359E-5140A58107BA}"/>
              </a:ext>
            </a:extLst>
          </p:cNvPr>
          <p:cNvSpPr txBox="1"/>
          <p:nvPr/>
        </p:nvSpPr>
        <p:spPr>
          <a:xfrm>
            <a:off x="2617237" y="6538267"/>
            <a:ext cx="6111550" cy="261610"/>
          </a:xfrm>
          <a:prstGeom prst="rect">
            <a:avLst/>
          </a:prstGeom>
          <a:noFill/>
        </p:spPr>
        <p:txBody>
          <a:bodyPr wrap="square">
            <a:spAutoFit/>
          </a:bodyPr>
          <a:lstStyle/>
          <a:p>
            <a:pPr algn="ctr"/>
            <a:r>
              <a:rPr lang="en-IN" sz="1100">
                <a:latin typeface="Times New Roman" panose="02020603050405020304" pitchFamily="18" charset="0"/>
                <a:cs typeface="Times New Roman" panose="02020603050405020304" pitchFamily="18" charset="0"/>
              </a:rPr>
              <a:t>Dept of CSE(DS),SJBIT</a:t>
            </a:r>
          </a:p>
        </p:txBody>
      </p:sp>
      <p:sp>
        <p:nvSpPr>
          <p:cNvPr id="6" name="Date Placeholder 5">
            <a:extLst>
              <a:ext uri="{FF2B5EF4-FFF2-40B4-BE49-F238E27FC236}">
                <a16:creationId xmlns:a16="http://schemas.microsoft.com/office/drawing/2014/main" id="{97409468-504C-3912-0DBE-E94C800FE60D}"/>
              </a:ext>
            </a:extLst>
          </p:cNvPr>
          <p:cNvSpPr>
            <a:spLocks noGrp="1"/>
          </p:cNvSpPr>
          <p:nvPr>
            <p:ph type="dt" sz="half" idx="10"/>
          </p:nvPr>
        </p:nvSpPr>
        <p:spPr/>
        <p:txBody>
          <a:bodyPr/>
          <a:lstStyle/>
          <a:p>
            <a:fld id="{AEF81299-6153-46F6-9053-DD61B7F45CCF}" type="datetime1">
              <a:rPr lang="en-IN" smtClean="0"/>
              <a:t>19-02-2026</a:t>
            </a:fld>
            <a:endParaRPr lang="en-US"/>
          </a:p>
        </p:txBody>
      </p:sp>
      <p:sp>
        <p:nvSpPr>
          <p:cNvPr id="8" name="Footer Placeholder 7">
            <a:extLst>
              <a:ext uri="{FF2B5EF4-FFF2-40B4-BE49-F238E27FC236}">
                <a16:creationId xmlns:a16="http://schemas.microsoft.com/office/drawing/2014/main" id="{34E193B3-8DEE-E353-556E-B2DEC44B96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BB25152-EECA-EB05-1A77-293EB405E41F}"/>
              </a:ext>
            </a:extLst>
          </p:cNvPr>
          <p:cNvSpPr>
            <a:spLocks noGrp="1"/>
          </p:cNvSpPr>
          <p:nvPr>
            <p:ph type="sldNum" sz="quarter" idx="12"/>
          </p:nvPr>
        </p:nvSpPr>
        <p:spPr/>
        <p:txBody>
          <a:bodyPr/>
          <a:lstStyle/>
          <a:p>
            <a:fld id="{09C9ADEB-085E-42EF-9806-608EC1CF04BB}" type="slidenum">
              <a:rPr lang="en-US" smtClean="0"/>
              <a:t>13</a:t>
            </a:fld>
            <a:endParaRPr lang="en-US"/>
          </a:p>
        </p:txBody>
      </p:sp>
    </p:spTree>
    <p:extLst>
      <p:ext uri="{BB962C8B-B14F-4D97-AF65-F5344CB8AC3E}">
        <p14:creationId xmlns:p14="http://schemas.microsoft.com/office/powerpoint/2010/main" val="1126257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B602A-DC3E-CF52-5BE7-C70A34D3E9A7}"/>
              </a:ext>
            </a:extLst>
          </p:cNvPr>
          <p:cNvSpPr>
            <a:spLocks noGrp="1"/>
          </p:cNvSpPr>
          <p:nvPr>
            <p:ph type="title"/>
          </p:nvPr>
        </p:nvSpPr>
        <p:spPr>
          <a:xfrm>
            <a:off x="789992" y="-73413"/>
            <a:ext cx="11671718" cy="1325563"/>
          </a:xfrm>
        </p:spPr>
        <p:txBody>
          <a:bodyPr>
            <a:noAutofit/>
          </a:bodyPr>
          <a:lstStyle/>
          <a:p>
            <a:r>
              <a:rPr lang="en-US" b="1">
                <a:latin typeface="Times New Roman" panose="02020603050405020304" pitchFamily="18" charset="0"/>
                <a:cs typeface="Times New Roman" panose="02020603050405020304" pitchFamily="18" charset="0"/>
              </a:rPr>
              <a:t>Backend Integration, Model Deployment </a:t>
            </a:r>
            <a:endParaRPr lang="en-US"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5367FCF6-92DB-0FDD-77FC-A1B1698D8F67}"/>
              </a:ext>
            </a:extLst>
          </p:cNvPr>
          <p:cNvSpPr>
            <a:spLocks noGrp="1" noChangeArrowheads="1"/>
          </p:cNvSpPr>
          <p:nvPr>
            <p:ph idx="1"/>
          </p:nvPr>
        </p:nvSpPr>
        <p:spPr bwMode="auto">
          <a:xfrm>
            <a:off x="175728" y="1389128"/>
            <a:ext cx="11748794"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Flask API Endpoints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predict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_sign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receives video frame → returns gesture label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convert</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_speech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STT → gloss mapping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generate</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_audio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TTS output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login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Ensures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low-latency responses (&lt;300–500 </a:t>
            </a:r>
            <a:r>
              <a:rPr kumimoji="0" lang="en-US" altLang="en-US" sz="2400" b="0" i="0" u="none" strike="noStrike" cap="none" normalizeH="0" baseline="0" err="1">
                <a:ln>
                  <a:noFill/>
                </a:ln>
                <a:solidFill>
                  <a:schemeClr val="tx1"/>
                </a:solidFill>
                <a:effectLst/>
                <a:latin typeface="Times New Roman" panose="02020603050405020304" pitchFamily="18" charset="0"/>
                <a:cs typeface="Times New Roman" panose="02020603050405020304" pitchFamily="18" charset="0"/>
              </a:rPr>
              <a:t>ms</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3600" b="1" dirty="0">
                <a:latin typeface="Times New Roman" panose="02020603050405020304" pitchFamily="18" charset="0"/>
                <a:cs typeface="Times New Roman" panose="02020603050405020304" pitchFamily="18" charset="0"/>
              </a:rPr>
              <a:t>2</a:t>
            </a:r>
            <a:r>
              <a:rPr kumimoji="0" lang="en-US" altLang="en-US" sz="3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Model Deployment</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MediaPipe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runs on CPU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lightweight)  </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231904B-B676-B0FF-DDDE-E74C79981D5B}"/>
              </a:ext>
            </a:extLst>
          </p:cNvPr>
          <p:cNvSpPr txBox="1"/>
          <p:nvPr/>
        </p:nvSpPr>
        <p:spPr>
          <a:xfrm>
            <a:off x="608822" y="-123234"/>
            <a:ext cx="623751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8" name="Date Placeholder 7">
            <a:extLst>
              <a:ext uri="{FF2B5EF4-FFF2-40B4-BE49-F238E27FC236}">
                <a16:creationId xmlns:a16="http://schemas.microsoft.com/office/drawing/2014/main" id="{111EA5D3-C936-FB6B-DFCE-0158B76FB234}"/>
              </a:ext>
            </a:extLst>
          </p:cNvPr>
          <p:cNvSpPr>
            <a:spLocks noGrp="1"/>
          </p:cNvSpPr>
          <p:nvPr>
            <p:ph type="dt" sz="half" idx="10"/>
          </p:nvPr>
        </p:nvSpPr>
        <p:spPr/>
        <p:txBody>
          <a:bodyPr/>
          <a:lstStyle/>
          <a:p>
            <a:fld id="{146C6058-E92E-4545-A895-7EDF7F6298F3}" type="datetime1">
              <a:rPr lang="en-IN" smtClean="0"/>
              <a:t>19-02-2026</a:t>
            </a:fld>
            <a:endParaRPr lang="en-US"/>
          </a:p>
        </p:txBody>
      </p:sp>
      <p:sp>
        <p:nvSpPr>
          <p:cNvPr id="9" name="Footer Placeholder 8">
            <a:extLst>
              <a:ext uri="{FF2B5EF4-FFF2-40B4-BE49-F238E27FC236}">
                <a16:creationId xmlns:a16="http://schemas.microsoft.com/office/drawing/2014/main" id="{4700520D-D62D-5BBC-6BAD-F8C98FA2429F}"/>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7498FA8E-834A-F023-9C53-6B2B91818A39}"/>
              </a:ext>
            </a:extLst>
          </p:cNvPr>
          <p:cNvSpPr>
            <a:spLocks noGrp="1"/>
          </p:cNvSpPr>
          <p:nvPr>
            <p:ph type="sldNum" sz="quarter" idx="12"/>
          </p:nvPr>
        </p:nvSpPr>
        <p:spPr/>
        <p:txBody>
          <a:bodyPr/>
          <a:lstStyle/>
          <a:p>
            <a:fld id="{09C9ADEB-085E-42EF-9806-608EC1CF04BB}" type="slidenum">
              <a:rPr lang="en-US" smtClean="0"/>
              <a:t>14</a:t>
            </a:fld>
            <a:endParaRPr lang="en-US"/>
          </a:p>
        </p:txBody>
      </p:sp>
    </p:spTree>
    <p:extLst>
      <p:ext uri="{BB962C8B-B14F-4D97-AF65-F5344CB8AC3E}">
        <p14:creationId xmlns:p14="http://schemas.microsoft.com/office/powerpoint/2010/main" val="3791305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748E45-44D2-52A2-B35C-2EBD73BFB5A4}"/>
              </a:ext>
            </a:extLst>
          </p:cNvPr>
          <p:cNvSpPr txBox="1"/>
          <p:nvPr/>
        </p:nvSpPr>
        <p:spPr>
          <a:xfrm>
            <a:off x="158621" y="871175"/>
            <a:ext cx="11432332" cy="32316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3. Database (SQLite3)</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Stores: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User accounts + roles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Sign-to-gloss mappings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TTS/STT logs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Animation file paths</a:t>
            </a:r>
          </a:p>
          <a:p>
            <a:pPr marL="457200" marR="0" lvl="1"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Model configuration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Provides fast local query performance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1B3BE94-AA4F-FFA2-E660-4CF7569BEC1F}"/>
              </a:ext>
            </a:extLst>
          </p:cNvPr>
          <p:cNvSpPr txBox="1"/>
          <p:nvPr/>
        </p:nvSpPr>
        <p:spPr>
          <a:xfrm>
            <a:off x="760445" y="-38617"/>
            <a:ext cx="6111550"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6" name="Date Placeholder 5">
            <a:extLst>
              <a:ext uri="{FF2B5EF4-FFF2-40B4-BE49-F238E27FC236}">
                <a16:creationId xmlns:a16="http://schemas.microsoft.com/office/drawing/2014/main" id="{CD67F5BD-102C-E526-7AC6-2023C1498C24}"/>
              </a:ext>
            </a:extLst>
          </p:cNvPr>
          <p:cNvSpPr>
            <a:spLocks noGrp="1"/>
          </p:cNvSpPr>
          <p:nvPr>
            <p:ph type="dt" sz="half" idx="10"/>
          </p:nvPr>
        </p:nvSpPr>
        <p:spPr/>
        <p:txBody>
          <a:bodyPr/>
          <a:lstStyle/>
          <a:p>
            <a:fld id="{BE7B43B8-983E-4E28-953D-DEDABF52394D}" type="datetime1">
              <a:rPr lang="en-IN" smtClean="0"/>
              <a:t>19-02-2026</a:t>
            </a:fld>
            <a:endParaRPr lang="en-US"/>
          </a:p>
        </p:txBody>
      </p:sp>
      <p:sp>
        <p:nvSpPr>
          <p:cNvPr id="8" name="Footer Placeholder 7">
            <a:extLst>
              <a:ext uri="{FF2B5EF4-FFF2-40B4-BE49-F238E27FC236}">
                <a16:creationId xmlns:a16="http://schemas.microsoft.com/office/drawing/2014/main" id="{7E2FB4D6-4D90-8BD2-BD79-C4CF2C6A3AD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30F966-F156-F316-8F4F-068921F9B4BA}"/>
              </a:ext>
            </a:extLst>
          </p:cNvPr>
          <p:cNvSpPr>
            <a:spLocks noGrp="1"/>
          </p:cNvSpPr>
          <p:nvPr>
            <p:ph type="sldNum" sz="quarter" idx="12"/>
          </p:nvPr>
        </p:nvSpPr>
        <p:spPr/>
        <p:txBody>
          <a:bodyPr/>
          <a:lstStyle/>
          <a:p>
            <a:fld id="{09C9ADEB-085E-42EF-9806-608EC1CF04BB}" type="slidenum">
              <a:rPr lang="en-US" smtClean="0"/>
              <a:t>15</a:t>
            </a:fld>
            <a:endParaRPr lang="en-US"/>
          </a:p>
        </p:txBody>
      </p:sp>
    </p:spTree>
    <p:extLst>
      <p:ext uri="{BB962C8B-B14F-4D97-AF65-F5344CB8AC3E}">
        <p14:creationId xmlns:p14="http://schemas.microsoft.com/office/powerpoint/2010/main" val="2226328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9B99F-7E59-FE5B-FB93-93BD3A5819C2}"/>
              </a:ext>
            </a:extLst>
          </p:cNvPr>
          <p:cNvSpPr>
            <a:spLocks noGrp="1"/>
          </p:cNvSpPr>
          <p:nvPr>
            <p:ph type="title"/>
          </p:nvPr>
        </p:nvSpPr>
        <p:spPr>
          <a:xfrm>
            <a:off x="838200" y="87235"/>
            <a:ext cx="10515600" cy="893404"/>
          </a:xfrm>
        </p:spPr>
        <p:txBody>
          <a:bodyPr>
            <a:noAutofit/>
          </a:bodyPr>
          <a:lstStyle/>
          <a:p>
            <a:pPr algn="ctr"/>
            <a:r>
              <a:rPr lang="en-US" b="1" dirty="0">
                <a:latin typeface="Times New Roman" panose="02020603050405020304" pitchFamily="18" charset="0"/>
                <a:cs typeface="Times New Roman" panose="02020603050405020304" pitchFamily="18" charset="0"/>
              </a:rPr>
              <a:t>Testing &amp; Validation</a:t>
            </a:r>
          </a:p>
        </p:txBody>
      </p:sp>
      <p:sp>
        <p:nvSpPr>
          <p:cNvPr id="3" name="Content Placeholder 2">
            <a:extLst>
              <a:ext uri="{FF2B5EF4-FFF2-40B4-BE49-F238E27FC236}">
                <a16:creationId xmlns:a16="http://schemas.microsoft.com/office/drawing/2014/main" id="{BA808B2E-CBCB-9B4C-63B8-D2EE3D55D921}"/>
              </a:ext>
            </a:extLst>
          </p:cNvPr>
          <p:cNvSpPr>
            <a:spLocks noGrp="1"/>
          </p:cNvSpPr>
          <p:nvPr>
            <p:ph idx="1"/>
          </p:nvPr>
        </p:nvSpPr>
        <p:spPr>
          <a:xfrm>
            <a:off x="83420" y="1269888"/>
            <a:ext cx="11755693" cy="4918433"/>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1. Testing Approach</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Real-time testing with live webcam </a:t>
            </a:r>
            <a:r>
              <a:rPr lang="en-US" sz="2400">
                <a:latin typeface="Times New Roman" panose="02020603050405020304" pitchFamily="18" charset="0"/>
                <a:cs typeface="Times New Roman" panose="02020603050405020304" pitchFamily="18" charset="0"/>
              </a:rPr>
              <a:t>&amp; microphone</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End-to-end workflow validation (</a:t>
            </a:r>
            <a:r>
              <a:rPr lang="en-US" sz="2400" dirty="0" err="1">
                <a:latin typeface="Times New Roman" panose="02020603050405020304" pitchFamily="18" charset="0"/>
                <a:cs typeface="Times New Roman" panose="02020603050405020304" pitchFamily="18" charset="0"/>
              </a:rPr>
              <a:t>Sign→Speech</a:t>
            </a:r>
            <a:r>
              <a:rPr lang="en-US" sz="2400" dirty="0">
                <a:latin typeface="Times New Roman" panose="02020603050405020304" pitchFamily="18" charset="0"/>
                <a:cs typeface="Times New Roman" panose="02020603050405020304" pitchFamily="18" charset="0"/>
              </a:rPr>
              <a:t> &amp; </a:t>
            </a:r>
            <a:r>
              <a:rPr lang="en-US" sz="2400" dirty="0" err="1">
                <a:latin typeface="Times New Roman" panose="02020603050405020304" pitchFamily="18" charset="0"/>
                <a:cs typeface="Times New Roman" panose="02020603050405020304" pitchFamily="18" charset="0"/>
              </a:rPr>
              <a:t>Speech→Sign</a:t>
            </a:r>
            <a:r>
              <a:rPr lang="en-US" sz="2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Evaluation based on accuracy, latency, and usability</a:t>
            </a:r>
          </a:p>
          <a:p>
            <a:pPr marL="0" indent="0">
              <a:buNone/>
            </a:pPr>
            <a:r>
              <a:rPr lang="en-US" b="1" dirty="0">
                <a:latin typeface="Times New Roman" panose="02020603050405020304" pitchFamily="18" charset="0"/>
                <a:cs typeface="Times New Roman" panose="02020603050405020304" pitchFamily="18" charset="0"/>
              </a:rPr>
              <a:t>2. Types of Testing Performed</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Functional Testing: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Sign detection, speech recognition, TTS output, animation rendering, login system.</a:t>
            </a:r>
          </a:p>
          <a:p>
            <a:pPr>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Unit Testing:</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MediaPipe</a:t>
            </a:r>
            <a:r>
              <a:rPr lang="en-US" sz="2400" dirty="0">
                <a:latin typeface="Times New Roman" panose="02020603050405020304" pitchFamily="18" charset="0"/>
                <a:cs typeface="Times New Roman" panose="02020603050405020304" pitchFamily="18" charset="0"/>
              </a:rPr>
              <a:t> landmark extraction, ML classifier, STT, TTS, animation modules.</a:t>
            </a:r>
          </a:p>
          <a:p>
            <a:pPr marL="0" indent="0">
              <a:buNone/>
            </a:pPr>
            <a:endParaRPr lang="en-US" dirty="0"/>
          </a:p>
        </p:txBody>
      </p:sp>
      <p:sp>
        <p:nvSpPr>
          <p:cNvPr id="7" name="TextBox 6">
            <a:extLst>
              <a:ext uri="{FF2B5EF4-FFF2-40B4-BE49-F238E27FC236}">
                <a16:creationId xmlns:a16="http://schemas.microsoft.com/office/drawing/2014/main" id="{C789A7AD-C31C-5E7A-6AF1-D92A069A8A4C}"/>
              </a:ext>
            </a:extLst>
          </p:cNvPr>
          <p:cNvSpPr txBox="1"/>
          <p:nvPr/>
        </p:nvSpPr>
        <p:spPr>
          <a:xfrm>
            <a:off x="642257" y="-123234"/>
            <a:ext cx="6120880"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8" name="Date Placeholder 7">
            <a:extLst>
              <a:ext uri="{FF2B5EF4-FFF2-40B4-BE49-F238E27FC236}">
                <a16:creationId xmlns:a16="http://schemas.microsoft.com/office/drawing/2014/main" id="{ADE37CDD-30E8-B187-DAC9-D1D9BD8ACFA8}"/>
              </a:ext>
            </a:extLst>
          </p:cNvPr>
          <p:cNvSpPr>
            <a:spLocks noGrp="1"/>
          </p:cNvSpPr>
          <p:nvPr>
            <p:ph type="dt" sz="half" idx="10"/>
          </p:nvPr>
        </p:nvSpPr>
        <p:spPr/>
        <p:txBody>
          <a:bodyPr/>
          <a:lstStyle/>
          <a:p>
            <a:fld id="{D9460EA7-09A7-4B0C-98A0-4AE8BF7CB72E}" type="datetime1">
              <a:rPr lang="en-IN" smtClean="0"/>
              <a:t>19-02-2026</a:t>
            </a:fld>
            <a:endParaRPr lang="en-US"/>
          </a:p>
        </p:txBody>
      </p:sp>
      <p:sp>
        <p:nvSpPr>
          <p:cNvPr id="9" name="Footer Placeholder 8">
            <a:extLst>
              <a:ext uri="{FF2B5EF4-FFF2-40B4-BE49-F238E27FC236}">
                <a16:creationId xmlns:a16="http://schemas.microsoft.com/office/drawing/2014/main" id="{148A418B-9BDC-9C1C-1CA2-D7B8C2528327}"/>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BB33E418-8DF3-1AEA-5E67-86101515B36D}"/>
              </a:ext>
            </a:extLst>
          </p:cNvPr>
          <p:cNvSpPr>
            <a:spLocks noGrp="1"/>
          </p:cNvSpPr>
          <p:nvPr>
            <p:ph type="sldNum" sz="quarter" idx="12"/>
          </p:nvPr>
        </p:nvSpPr>
        <p:spPr/>
        <p:txBody>
          <a:bodyPr/>
          <a:lstStyle/>
          <a:p>
            <a:fld id="{09C9ADEB-085E-42EF-9806-608EC1CF04BB}" type="slidenum">
              <a:rPr lang="en-US" smtClean="0"/>
              <a:t>16</a:t>
            </a:fld>
            <a:endParaRPr lang="en-US"/>
          </a:p>
        </p:txBody>
      </p:sp>
    </p:spTree>
    <p:extLst>
      <p:ext uri="{BB962C8B-B14F-4D97-AF65-F5344CB8AC3E}">
        <p14:creationId xmlns:p14="http://schemas.microsoft.com/office/powerpoint/2010/main" val="657137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B28F8D-B4E7-307F-4F73-31FABF4F9810}"/>
              </a:ext>
            </a:extLst>
          </p:cNvPr>
          <p:cNvSpPr txBox="1"/>
          <p:nvPr/>
        </p:nvSpPr>
        <p:spPr>
          <a:xfrm>
            <a:off x="0" y="964932"/>
            <a:ext cx="11719804" cy="4278094"/>
          </a:xfrm>
          <a:prstGeom prst="rect">
            <a:avLst/>
          </a:prstGeom>
          <a:noFill/>
        </p:spPr>
        <p:txBody>
          <a:bodyPr wrap="square">
            <a:spAutoFit/>
          </a:bodyPr>
          <a:lstStyle/>
          <a:p>
            <a:pPr>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Integration Testing: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FrameProcessor → LandmarkExtractor →Gesture Classifier</a:t>
            </a:r>
            <a:br>
              <a:rPr lang="en-US" sz="24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  STT → GlossMapper → Animator</a:t>
            </a:r>
            <a:br>
              <a:rPr lang="en-US" sz="24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  Frontend ↔ Flask  ↔ DB</a:t>
            </a:r>
          </a:p>
          <a:p>
            <a:pPr>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Performance Testing:</a:t>
            </a:r>
            <a:br>
              <a:rPr lang="en-US" sz="2800">
                <a:latin typeface="Times New Roman" panose="02020603050405020304" pitchFamily="18" charset="0"/>
                <a:cs typeface="Times New Roman" panose="02020603050405020304" pitchFamily="18" charset="0"/>
              </a:rPr>
            </a:br>
            <a:r>
              <a:rPr lang="en-US" sz="2400">
                <a:latin typeface="Times New Roman" panose="02020603050405020304" pitchFamily="18" charset="0"/>
                <a:cs typeface="Times New Roman" panose="02020603050405020304" pitchFamily="18" charset="0"/>
              </a:rPr>
              <a:t>  FPS rate, inference time, response time, TTS latency</a:t>
            </a:r>
            <a:r>
              <a:rPr lang="en-US" sz="280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Usability Testing: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User-friendliness, clarity of animations &amp; speech output</a:t>
            </a:r>
            <a:r>
              <a:rPr lang="en-US" sz="280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Security Testing: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Authentication, input sanitization, session handling</a:t>
            </a:r>
            <a:r>
              <a:rPr lang="en-US" sz="2400"/>
              <a:t>.</a:t>
            </a:r>
            <a:endParaRPr lang="en-US" sz="2400" dirty="0"/>
          </a:p>
        </p:txBody>
      </p:sp>
      <p:sp>
        <p:nvSpPr>
          <p:cNvPr id="7" name="TextBox 6">
            <a:extLst>
              <a:ext uri="{FF2B5EF4-FFF2-40B4-BE49-F238E27FC236}">
                <a16:creationId xmlns:a16="http://schemas.microsoft.com/office/drawing/2014/main" id="{6FC980FA-18DF-7451-AA59-622A55AD8891}"/>
              </a:ext>
            </a:extLst>
          </p:cNvPr>
          <p:cNvSpPr txBox="1"/>
          <p:nvPr/>
        </p:nvSpPr>
        <p:spPr>
          <a:xfrm>
            <a:off x="772886" y="-104741"/>
            <a:ext cx="6153538"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6" name="Date Placeholder 5">
            <a:extLst>
              <a:ext uri="{FF2B5EF4-FFF2-40B4-BE49-F238E27FC236}">
                <a16:creationId xmlns:a16="http://schemas.microsoft.com/office/drawing/2014/main" id="{03C570FA-AE02-82E3-2729-D4983445CB20}"/>
              </a:ext>
            </a:extLst>
          </p:cNvPr>
          <p:cNvSpPr>
            <a:spLocks noGrp="1"/>
          </p:cNvSpPr>
          <p:nvPr>
            <p:ph type="dt" sz="half" idx="10"/>
          </p:nvPr>
        </p:nvSpPr>
        <p:spPr/>
        <p:txBody>
          <a:bodyPr/>
          <a:lstStyle/>
          <a:p>
            <a:fld id="{168406FD-2159-46D7-A856-D0C99AEF7BEC}" type="datetime1">
              <a:rPr lang="en-IN" smtClean="0"/>
              <a:t>19-02-2026</a:t>
            </a:fld>
            <a:endParaRPr lang="en-US"/>
          </a:p>
        </p:txBody>
      </p:sp>
      <p:sp>
        <p:nvSpPr>
          <p:cNvPr id="8" name="Footer Placeholder 7">
            <a:extLst>
              <a:ext uri="{FF2B5EF4-FFF2-40B4-BE49-F238E27FC236}">
                <a16:creationId xmlns:a16="http://schemas.microsoft.com/office/drawing/2014/main" id="{7F40F71B-1F6E-BA45-53FF-D71509BECC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1865E8-AE73-0B9B-1AD2-9B1153818B03}"/>
              </a:ext>
            </a:extLst>
          </p:cNvPr>
          <p:cNvSpPr>
            <a:spLocks noGrp="1"/>
          </p:cNvSpPr>
          <p:nvPr>
            <p:ph type="sldNum" sz="quarter" idx="12"/>
          </p:nvPr>
        </p:nvSpPr>
        <p:spPr/>
        <p:txBody>
          <a:bodyPr/>
          <a:lstStyle/>
          <a:p>
            <a:fld id="{09C9ADEB-085E-42EF-9806-608EC1CF04BB}" type="slidenum">
              <a:rPr lang="en-US" smtClean="0"/>
              <a:t>17</a:t>
            </a:fld>
            <a:endParaRPr lang="en-US"/>
          </a:p>
        </p:txBody>
      </p:sp>
    </p:spTree>
    <p:extLst>
      <p:ext uri="{BB962C8B-B14F-4D97-AF65-F5344CB8AC3E}">
        <p14:creationId xmlns:p14="http://schemas.microsoft.com/office/powerpoint/2010/main" val="3135710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309FF95-23D1-FB6C-0217-9FD7C9D1ED73}"/>
              </a:ext>
            </a:extLst>
          </p:cNvPr>
          <p:cNvSpPr txBox="1"/>
          <p:nvPr/>
        </p:nvSpPr>
        <p:spPr>
          <a:xfrm>
            <a:off x="2724540" y="5761710"/>
            <a:ext cx="7557796"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Fig 1.2 :Word-to-Sign and Sign-to-Word Web Application Home Screen </a:t>
            </a:r>
            <a:endParaRPr lang="en-IN">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75D251B-7FE0-16B5-A407-790CC6708AB2}"/>
              </a:ext>
            </a:extLst>
          </p:cNvPr>
          <p:cNvSpPr txBox="1"/>
          <p:nvPr/>
        </p:nvSpPr>
        <p:spPr>
          <a:xfrm>
            <a:off x="961054" y="217325"/>
            <a:ext cx="9657183" cy="769441"/>
          </a:xfrm>
          <a:prstGeom prst="rect">
            <a:avLst/>
          </a:prstGeom>
          <a:noFill/>
        </p:spPr>
        <p:txBody>
          <a:bodyPr wrap="square" rtlCol="0">
            <a:spAutoFit/>
          </a:bodyPr>
          <a:lstStyle/>
          <a:p>
            <a:pPr algn="ctr"/>
            <a:r>
              <a:rPr lang="en-IN" sz="4400" b="1">
                <a:latin typeface="Times New Roman" panose="02020603050405020304" pitchFamily="18" charset="0"/>
                <a:cs typeface="Times New Roman" panose="02020603050405020304" pitchFamily="18" charset="0"/>
              </a:rPr>
              <a:t>Results</a:t>
            </a:r>
          </a:p>
        </p:txBody>
      </p:sp>
      <p:sp>
        <p:nvSpPr>
          <p:cNvPr id="10" name="TextBox 9">
            <a:extLst>
              <a:ext uri="{FF2B5EF4-FFF2-40B4-BE49-F238E27FC236}">
                <a16:creationId xmlns:a16="http://schemas.microsoft.com/office/drawing/2014/main" id="{76EBB478-33DB-A5DE-4CC4-7CCD11D64920}"/>
              </a:ext>
            </a:extLst>
          </p:cNvPr>
          <p:cNvSpPr txBox="1"/>
          <p:nvPr/>
        </p:nvSpPr>
        <p:spPr>
          <a:xfrm>
            <a:off x="772886" y="-22875"/>
            <a:ext cx="6102220"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11" name="Date Placeholder 10">
            <a:extLst>
              <a:ext uri="{FF2B5EF4-FFF2-40B4-BE49-F238E27FC236}">
                <a16:creationId xmlns:a16="http://schemas.microsoft.com/office/drawing/2014/main" id="{C9E64B72-92D1-91F0-5193-E83EB8889E77}"/>
              </a:ext>
            </a:extLst>
          </p:cNvPr>
          <p:cNvSpPr>
            <a:spLocks noGrp="1"/>
          </p:cNvSpPr>
          <p:nvPr>
            <p:ph type="dt" sz="half" idx="10"/>
          </p:nvPr>
        </p:nvSpPr>
        <p:spPr/>
        <p:txBody>
          <a:bodyPr/>
          <a:lstStyle/>
          <a:p>
            <a:fld id="{53DEF876-8A87-4A8D-88ED-DF8072BE56CF}" type="datetime1">
              <a:rPr lang="en-IN" smtClean="0"/>
              <a:t>19-02-2026</a:t>
            </a:fld>
            <a:endParaRPr lang="en-US"/>
          </a:p>
        </p:txBody>
      </p:sp>
      <p:sp>
        <p:nvSpPr>
          <p:cNvPr id="12" name="Footer Placeholder 11">
            <a:extLst>
              <a:ext uri="{FF2B5EF4-FFF2-40B4-BE49-F238E27FC236}">
                <a16:creationId xmlns:a16="http://schemas.microsoft.com/office/drawing/2014/main" id="{DFF47C1F-10D7-3450-783B-19DBEA8CF01D}"/>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672538A5-3A36-0EEA-EE32-EC40334DB68F}"/>
              </a:ext>
            </a:extLst>
          </p:cNvPr>
          <p:cNvSpPr>
            <a:spLocks noGrp="1"/>
          </p:cNvSpPr>
          <p:nvPr>
            <p:ph type="sldNum" sz="quarter" idx="12"/>
          </p:nvPr>
        </p:nvSpPr>
        <p:spPr/>
        <p:txBody>
          <a:bodyPr/>
          <a:lstStyle/>
          <a:p>
            <a:fld id="{09C9ADEB-085E-42EF-9806-608EC1CF04BB}" type="slidenum">
              <a:rPr lang="en-US" smtClean="0"/>
              <a:t>18</a:t>
            </a:fld>
            <a:endParaRPr lang="en-US"/>
          </a:p>
        </p:txBody>
      </p:sp>
      <p:pic>
        <p:nvPicPr>
          <p:cNvPr id="15" name="Content Placeholder 14">
            <a:extLst>
              <a:ext uri="{FF2B5EF4-FFF2-40B4-BE49-F238E27FC236}">
                <a16:creationId xmlns:a16="http://schemas.microsoft.com/office/drawing/2014/main" id="{918A4037-C570-80A0-0074-849960E8F9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6405" y="1297718"/>
            <a:ext cx="9008033" cy="4351338"/>
          </a:xfrm>
        </p:spPr>
      </p:pic>
    </p:spTree>
    <p:extLst>
      <p:ext uri="{BB962C8B-B14F-4D97-AF65-F5344CB8AC3E}">
        <p14:creationId xmlns:p14="http://schemas.microsoft.com/office/powerpoint/2010/main" val="3362915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C07F36-2D28-3CF0-4BD8-B612691B9071}"/>
              </a:ext>
            </a:extLst>
          </p:cNvPr>
          <p:cNvSpPr txBox="1"/>
          <p:nvPr/>
        </p:nvSpPr>
        <p:spPr>
          <a:xfrm>
            <a:off x="3949959" y="5671214"/>
            <a:ext cx="4292081" cy="369332"/>
          </a:xfrm>
          <a:prstGeom prst="rect">
            <a:avLst/>
          </a:prstGeom>
          <a:noFill/>
        </p:spPr>
        <p:txBody>
          <a:bodyPr wrap="square" rtlCol="0">
            <a:spAutoFit/>
          </a:bodyPr>
          <a:lstStyle/>
          <a:p>
            <a:pPr algn="ctr"/>
            <a:r>
              <a:rPr lang="en-US">
                <a:latin typeface="Times New Roman" panose="02020603050405020304" pitchFamily="18" charset="0"/>
                <a:cs typeface="Times New Roman" panose="02020603050405020304" pitchFamily="18" charset="0"/>
              </a:rPr>
              <a:t>Fig 1.3 : </a:t>
            </a:r>
            <a:r>
              <a:rPr lang="en-IN">
                <a:latin typeface="Times New Roman" panose="02020603050405020304" pitchFamily="18" charset="0"/>
                <a:cs typeface="Times New Roman" panose="02020603050405020304" pitchFamily="18" charset="0"/>
              </a:rPr>
              <a:t>User Authentication Interface</a:t>
            </a:r>
          </a:p>
        </p:txBody>
      </p:sp>
      <p:sp>
        <p:nvSpPr>
          <p:cNvPr id="7" name="TextBox 6">
            <a:extLst>
              <a:ext uri="{FF2B5EF4-FFF2-40B4-BE49-F238E27FC236}">
                <a16:creationId xmlns:a16="http://schemas.microsoft.com/office/drawing/2014/main" id="{2D8633AF-7A46-57D7-4A7B-24733FBAF088}"/>
              </a:ext>
            </a:extLst>
          </p:cNvPr>
          <p:cNvSpPr txBox="1"/>
          <p:nvPr/>
        </p:nvSpPr>
        <p:spPr>
          <a:xfrm>
            <a:off x="772886" y="-8759"/>
            <a:ext cx="6102220"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8" name="Date Placeholder 7">
            <a:extLst>
              <a:ext uri="{FF2B5EF4-FFF2-40B4-BE49-F238E27FC236}">
                <a16:creationId xmlns:a16="http://schemas.microsoft.com/office/drawing/2014/main" id="{F6D0C395-2FC8-A349-F6C9-D5B6CB9FB626}"/>
              </a:ext>
            </a:extLst>
          </p:cNvPr>
          <p:cNvSpPr>
            <a:spLocks noGrp="1"/>
          </p:cNvSpPr>
          <p:nvPr>
            <p:ph type="dt" sz="half" idx="10"/>
          </p:nvPr>
        </p:nvSpPr>
        <p:spPr/>
        <p:txBody>
          <a:bodyPr/>
          <a:lstStyle/>
          <a:p>
            <a:fld id="{0CE156C4-9112-478B-A105-3F07AF39C756}" type="datetime1">
              <a:rPr lang="en-IN" smtClean="0"/>
              <a:t>19-02-2026</a:t>
            </a:fld>
            <a:endParaRPr lang="en-US"/>
          </a:p>
        </p:txBody>
      </p:sp>
      <p:sp>
        <p:nvSpPr>
          <p:cNvPr id="9" name="Footer Placeholder 8">
            <a:extLst>
              <a:ext uri="{FF2B5EF4-FFF2-40B4-BE49-F238E27FC236}">
                <a16:creationId xmlns:a16="http://schemas.microsoft.com/office/drawing/2014/main" id="{E88CF307-5D2C-17D2-6635-69DFC84DDBDD}"/>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CBC72F8B-FBBF-AEAC-A3DA-94BED70D3AE7}"/>
              </a:ext>
            </a:extLst>
          </p:cNvPr>
          <p:cNvSpPr>
            <a:spLocks noGrp="1"/>
          </p:cNvSpPr>
          <p:nvPr>
            <p:ph type="sldNum" sz="quarter" idx="12"/>
          </p:nvPr>
        </p:nvSpPr>
        <p:spPr/>
        <p:txBody>
          <a:bodyPr/>
          <a:lstStyle/>
          <a:p>
            <a:fld id="{09C9ADEB-085E-42EF-9806-608EC1CF04BB}" type="slidenum">
              <a:rPr lang="en-US" smtClean="0"/>
              <a:t>19</a:t>
            </a:fld>
            <a:endParaRPr lang="en-US"/>
          </a:p>
        </p:txBody>
      </p:sp>
      <p:pic>
        <p:nvPicPr>
          <p:cNvPr id="11" name="Picture 10">
            <a:extLst>
              <a:ext uri="{FF2B5EF4-FFF2-40B4-BE49-F238E27FC236}">
                <a16:creationId xmlns:a16="http://schemas.microsoft.com/office/drawing/2014/main" id="{7C1C2691-5CFA-096C-6632-EA3C4D5F9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0225" y="690996"/>
            <a:ext cx="10213910" cy="4919789"/>
          </a:xfrm>
          <a:prstGeom prst="rect">
            <a:avLst/>
          </a:prstGeom>
        </p:spPr>
      </p:pic>
    </p:spTree>
    <p:extLst>
      <p:ext uri="{BB962C8B-B14F-4D97-AF65-F5344CB8AC3E}">
        <p14:creationId xmlns:p14="http://schemas.microsoft.com/office/powerpoint/2010/main" val="42492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3F4C402-CF10-D688-27E5-2646810D754E}"/>
              </a:ext>
            </a:extLst>
          </p:cNvPr>
          <p:cNvSpPr txBox="1"/>
          <p:nvPr/>
        </p:nvSpPr>
        <p:spPr>
          <a:xfrm>
            <a:off x="4170783" y="5320395"/>
            <a:ext cx="4525347" cy="369332"/>
          </a:xfrm>
          <a:prstGeom prst="rect">
            <a:avLst/>
          </a:prstGeom>
          <a:noFill/>
        </p:spPr>
        <p:txBody>
          <a:bodyPr wrap="square" rtlCol="0">
            <a:spAutoFit/>
          </a:bodyPr>
          <a:lstStyle/>
          <a:p>
            <a:pPr algn="ctr"/>
            <a:r>
              <a:rPr lang="en-US">
                <a:latin typeface="Times New Roman" panose="02020603050405020304" pitchFamily="18" charset="0"/>
                <a:cs typeface="Times New Roman" panose="02020603050405020304" pitchFamily="18" charset="0"/>
              </a:rPr>
              <a:t>Fig 1.4 : </a:t>
            </a:r>
            <a:r>
              <a:rPr lang="en-IN">
                <a:latin typeface="Times New Roman" panose="02020603050405020304" pitchFamily="18" charset="0"/>
                <a:cs typeface="Times New Roman" panose="02020603050405020304" pitchFamily="18" charset="0"/>
              </a:rPr>
              <a:t>Text-to-Sign Animation Output</a:t>
            </a:r>
          </a:p>
        </p:txBody>
      </p:sp>
      <p:sp>
        <p:nvSpPr>
          <p:cNvPr id="8" name="TextBox 7">
            <a:extLst>
              <a:ext uri="{FF2B5EF4-FFF2-40B4-BE49-F238E27FC236}">
                <a16:creationId xmlns:a16="http://schemas.microsoft.com/office/drawing/2014/main" id="{D2399ABB-C124-FAC3-530C-39F0263A4784}"/>
              </a:ext>
            </a:extLst>
          </p:cNvPr>
          <p:cNvSpPr txBox="1"/>
          <p:nvPr/>
        </p:nvSpPr>
        <p:spPr>
          <a:xfrm>
            <a:off x="772886" y="-95042"/>
            <a:ext cx="6102220"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11" name="Date Placeholder 10">
            <a:extLst>
              <a:ext uri="{FF2B5EF4-FFF2-40B4-BE49-F238E27FC236}">
                <a16:creationId xmlns:a16="http://schemas.microsoft.com/office/drawing/2014/main" id="{AE562086-A933-30D8-5F5C-3F785A37E355}"/>
              </a:ext>
            </a:extLst>
          </p:cNvPr>
          <p:cNvSpPr>
            <a:spLocks noGrp="1"/>
          </p:cNvSpPr>
          <p:nvPr>
            <p:ph type="dt" sz="half" idx="10"/>
          </p:nvPr>
        </p:nvSpPr>
        <p:spPr/>
        <p:txBody>
          <a:bodyPr/>
          <a:lstStyle/>
          <a:p>
            <a:fld id="{1A1FAAC8-81BE-4AB7-84FA-C1FAB575433D}" type="datetime1">
              <a:rPr lang="en-IN" smtClean="0"/>
              <a:t>19-02-2026</a:t>
            </a:fld>
            <a:endParaRPr lang="en-US"/>
          </a:p>
        </p:txBody>
      </p:sp>
      <p:sp>
        <p:nvSpPr>
          <p:cNvPr id="12" name="Footer Placeholder 11">
            <a:extLst>
              <a:ext uri="{FF2B5EF4-FFF2-40B4-BE49-F238E27FC236}">
                <a16:creationId xmlns:a16="http://schemas.microsoft.com/office/drawing/2014/main" id="{A6864874-D117-0F0D-B119-2CB067CCCAFE}"/>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059B8E26-27A9-DB33-887F-6A3F5722B962}"/>
              </a:ext>
            </a:extLst>
          </p:cNvPr>
          <p:cNvSpPr>
            <a:spLocks noGrp="1"/>
          </p:cNvSpPr>
          <p:nvPr>
            <p:ph type="sldNum" sz="quarter" idx="12"/>
          </p:nvPr>
        </p:nvSpPr>
        <p:spPr/>
        <p:txBody>
          <a:bodyPr/>
          <a:lstStyle/>
          <a:p>
            <a:fld id="{09C9ADEB-085E-42EF-9806-608EC1CF04BB}" type="slidenum">
              <a:rPr lang="en-US" smtClean="0"/>
              <a:t>20</a:t>
            </a:fld>
            <a:endParaRPr lang="en-US"/>
          </a:p>
        </p:txBody>
      </p:sp>
      <p:pic>
        <p:nvPicPr>
          <p:cNvPr id="10" name="Content Placeholder 9">
            <a:extLst>
              <a:ext uri="{FF2B5EF4-FFF2-40B4-BE49-F238E27FC236}">
                <a16:creationId xmlns:a16="http://schemas.microsoft.com/office/drawing/2014/main" id="{5C261447-D446-155B-732E-AA7C378B70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3358" y="896190"/>
            <a:ext cx="8910557" cy="4351338"/>
          </a:xfrm>
        </p:spPr>
      </p:pic>
    </p:spTree>
    <p:extLst>
      <p:ext uri="{BB962C8B-B14F-4D97-AF65-F5344CB8AC3E}">
        <p14:creationId xmlns:p14="http://schemas.microsoft.com/office/powerpoint/2010/main" val="4143534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5B78C9F-BD93-9845-BBF9-706B0E781332}"/>
              </a:ext>
            </a:extLst>
          </p:cNvPr>
          <p:cNvSpPr txBox="1"/>
          <p:nvPr/>
        </p:nvSpPr>
        <p:spPr>
          <a:xfrm>
            <a:off x="3928187" y="5887616"/>
            <a:ext cx="4609323" cy="369332"/>
          </a:xfrm>
          <a:prstGeom prst="rect">
            <a:avLst/>
          </a:prstGeom>
          <a:noFill/>
        </p:spPr>
        <p:txBody>
          <a:bodyPr wrap="square" rtlCol="0">
            <a:spAutoFit/>
          </a:bodyPr>
          <a:lstStyle/>
          <a:p>
            <a:pPr algn="ctr"/>
            <a:r>
              <a:rPr lang="en-US"/>
              <a:t>Fig 1.5: </a:t>
            </a:r>
            <a:r>
              <a:rPr lang="en-IN">
                <a:latin typeface="Times New Roman" panose="02020603050405020304" pitchFamily="18" charset="0"/>
                <a:cs typeface="Times New Roman" panose="02020603050405020304" pitchFamily="18" charset="0"/>
              </a:rPr>
              <a:t>Real-Time Sign Recognition Output</a:t>
            </a:r>
          </a:p>
        </p:txBody>
      </p:sp>
      <p:sp>
        <p:nvSpPr>
          <p:cNvPr id="8" name="TextBox 7">
            <a:extLst>
              <a:ext uri="{FF2B5EF4-FFF2-40B4-BE49-F238E27FC236}">
                <a16:creationId xmlns:a16="http://schemas.microsoft.com/office/drawing/2014/main" id="{9289FDE1-4548-7692-4687-0D4EEB699D85}"/>
              </a:ext>
            </a:extLst>
          </p:cNvPr>
          <p:cNvSpPr txBox="1"/>
          <p:nvPr/>
        </p:nvSpPr>
        <p:spPr>
          <a:xfrm>
            <a:off x="772886" y="-97881"/>
            <a:ext cx="6102220"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9" name="Date Placeholder 8">
            <a:extLst>
              <a:ext uri="{FF2B5EF4-FFF2-40B4-BE49-F238E27FC236}">
                <a16:creationId xmlns:a16="http://schemas.microsoft.com/office/drawing/2014/main" id="{4BEF0599-1760-7610-60F3-81157C2D1D99}"/>
              </a:ext>
            </a:extLst>
          </p:cNvPr>
          <p:cNvSpPr>
            <a:spLocks noGrp="1"/>
          </p:cNvSpPr>
          <p:nvPr>
            <p:ph type="dt" sz="half" idx="10"/>
          </p:nvPr>
        </p:nvSpPr>
        <p:spPr/>
        <p:txBody>
          <a:bodyPr/>
          <a:lstStyle/>
          <a:p>
            <a:fld id="{07070FCD-E93A-4DB6-AED3-E638D0A24199}" type="datetime1">
              <a:rPr lang="en-IN" smtClean="0"/>
              <a:t>19-02-2026</a:t>
            </a:fld>
            <a:endParaRPr lang="en-US"/>
          </a:p>
        </p:txBody>
      </p:sp>
      <p:sp>
        <p:nvSpPr>
          <p:cNvPr id="10" name="Footer Placeholder 9">
            <a:extLst>
              <a:ext uri="{FF2B5EF4-FFF2-40B4-BE49-F238E27FC236}">
                <a16:creationId xmlns:a16="http://schemas.microsoft.com/office/drawing/2014/main" id="{5714B933-7D97-A87D-081C-E77385A6759E}"/>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C85393C1-4E8F-8CF9-9F2A-E6B30C478465}"/>
              </a:ext>
            </a:extLst>
          </p:cNvPr>
          <p:cNvSpPr>
            <a:spLocks noGrp="1"/>
          </p:cNvSpPr>
          <p:nvPr>
            <p:ph type="sldNum" sz="quarter" idx="12"/>
          </p:nvPr>
        </p:nvSpPr>
        <p:spPr/>
        <p:txBody>
          <a:bodyPr/>
          <a:lstStyle/>
          <a:p>
            <a:fld id="{09C9ADEB-085E-42EF-9806-608EC1CF04BB}" type="slidenum">
              <a:rPr lang="en-US" smtClean="0"/>
              <a:t>21</a:t>
            </a:fld>
            <a:endParaRPr lang="en-US"/>
          </a:p>
        </p:txBody>
      </p:sp>
      <p:pic>
        <p:nvPicPr>
          <p:cNvPr id="5" name="Picture 4">
            <a:extLst>
              <a:ext uri="{FF2B5EF4-FFF2-40B4-BE49-F238E27FC236}">
                <a16:creationId xmlns:a16="http://schemas.microsoft.com/office/drawing/2014/main" id="{5DBCBD8A-47EA-AE35-5149-E94A86CD46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177" y="637531"/>
            <a:ext cx="10902818" cy="5200384"/>
          </a:xfrm>
          <a:prstGeom prst="rect">
            <a:avLst/>
          </a:prstGeom>
        </p:spPr>
      </p:pic>
    </p:spTree>
    <p:extLst>
      <p:ext uri="{BB962C8B-B14F-4D97-AF65-F5344CB8AC3E}">
        <p14:creationId xmlns:p14="http://schemas.microsoft.com/office/powerpoint/2010/main" val="151198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04CCF-2611-9DB1-0CA7-901B0649B9EA}"/>
              </a:ext>
            </a:extLst>
          </p:cNvPr>
          <p:cNvSpPr>
            <a:spLocks noGrp="1"/>
          </p:cNvSpPr>
          <p:nvPr>
            <p:ph type="title"/>
          </p:nvPr>
        </p:nvSpPr>
        <p:spPr>
          <a:xfrm>
            <a:off x="838200" y="206506"/>
            <a:ext cx="10515600" cy="893404"/>
          </a:xfrm>
        </p:spPr>
        <p:txBody>
          <a:bodyPr>
            <a:noAutofit/>
          </a:bodyPr>
          <a:lstStyle/>
          <a:p>
            <a:pPr algn="ctr"/>
            <a:r>
              <a:rPr lang="en-US"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C3FE0E9-5508-AF07-1239-0EB2D4F328B6}"/>
              </a:ext>
            </a:extLst>
          </p:cNvPr>
          <p:cNvSpPr>
            <a:spLocks noGrp="1"/>
          </p:cNvSpPr>
          <p:nvPr>
            <p:ph idx="1"/>
          </p:nvPr>
        </p:nvSpPr>
        <p:spPr>
          <a:xfrm>
            <a:off x="164389" y="1326552"/>
            <a:ext cx="11769463" cy="4780783"/>
          </a:xfrm>
        </p:spPr>
        <p:txBody>
          <a:bodyPr>
            <a:noAutofit/>
          </a:bodyPr>
          <a:lstStyle/>
          <a:p>
            <a:pPr marL="0" marR="0" indent="0" algn="just">
              <a:lnSpc>
                <a:spcPct val="150000"/>
              </a:lnSpc>
              <a:spcBef>
                <a:spcPts val="0"/>
              </a:spcBef>
              <a:spcAft>
                <a:spcPts val="800"/>
              </a:spcAft>
              <a:buNone/>
            </a:pPr>
            <a:r>
              <a:rPr lang="en-US" sz="2400">
                <a:latin typeface="Times New Roman" panose="02020603050405020304" pitchFamily="18" charset="0"/>
                <a:cs typeface="Times New Roman" panose="02020603050405020304" pitchFamily="18" charset="0"/>
              </a:rPr>
              <a:t>This system enhances accessibility by enabling seamless communication between sign-language users and non-signers. It brings together computer vision, machine learning, speech processing, and web technologies into one unified platform. MediaPipe efficiently extracts hand landmarks, which are then classified by machine-learning models into meaningful gestures, while speech-recognition and animation components enable accurate conversion of spoken input into sign animations. Through this integrated approach, the system supports real-time, bi-directional translation. </a:t>
            </a:r>
            <a:endParaRPr lang="en-US"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4C21E90-D95B-81B2-FE2F-A30AD1EC9132}"/>
              </a:ext>
            </a:extLst>
          </p:cNvPr>
          <p:cNvSpPr txBox="1"/>
          <p:nvPr/>
        </p:nvSpPr>
        <p:spPr>
          <a:xfrm>
            <a:off x="772886" y="-20136"/>
            <a:ext cx="609755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8" name="Date Placeholder 7">
            <a:extLst>
              <a:ext uri="{FF2B5EF4-FFF2-40B4-BE49-F238E27FC236}">
                <a16:creationId xmlns:a16="http://schemas.microsoft.com/office/drawing/2014/main" id="{E3601BA4-68B3-049E-603C-F8A98309D14B}"/>
              </a:ext>
            </a:extLst>
          </p:cNvPr>
          <p:cNvSpPr>
            <a:spLocks noGrp="1"/>
          </p:cNvSpPr>
          <p:nvPr>
            <p:ph type="dt" sz="half" idx="10"/>
          </p:nvPr>
        </p:nvSpPr>
        <p:spPr/>
        <p:txBody>
          <a:bodyPr/>
          <a:lstStyle/>
          <a:p>
            <a:fld id="{89D2BD36-03CB-42C3-B0F0-2003299DA1F1}" type="datetime1">
              <a:rPr lang="en-IN" smtClean="0"/>
              <a:t>19-02-2026</a:t>
            </a:fld>
            <a:endParaRPr lang="en-US"/>
          </a:p>
        </p:txBody>
      </p:sp>
      <p:sp>
        <p:nvSpPr>
          <p:cNvPr id="9" name="Footer Placeholder 8">
            <a:extLst>
              <a:ext uri="{FF2B5EF4-FFF2-40B4-BE49-F238E27FC236}">
                <a16:creationId xmlns:a16="http://schemas.microsoft.com/office/drawing/2014/main" id="{3D628EBA-6032-DAE9-6E82-D31F84BD2F6B}"/>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383B59DF-4131-1A33-D909-224DCFEE206F}"/>
              </a:ext>
            </a:extLst>
          </p:cNvPr>
          <p:cNvSpPr>
            <a:spLocks noGrp="1"/>
          </p:cNvSpPr>
          <p:nvPr>
            <p:ph type="sldNum" sz="quarter" idx="12"/>
          </p:nvPr>
        </p:nvSpPr>
        <p:spPr/>
        <p:txBody>
          <a:bodyPr/>
          <a:lstStyle/>
          <a:p>
            <a:fld id="{09C9ADEB-085E-42EF-9806-608EC1CF04BB}" type="slidenum">
              <a:rPr lang="en-US" smtClean="0"/>
              <a:t>22</a:t>
            </a:fld>
            <a:endParaRPr lang="en-US"/>
          </a:p>
        </p:txBody>
      </p:sp>
    </p:spTree>
    <p:extLst>
      <p:ext uri="{BB962C8B-B14F-4D97-AF65-F5344CB8AC3E}">
        <p14:creationId xmlns:p14="http://schemas.microsoft.com/office/powerpoint/2010/main" val="2217599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CBA45-A890-1606-898D-EC37699E8C5D}"/>
              </a:ext>
            </a:extLst>
          </p:cNvPr>
          <p:cNvSpPr>
            <a:spLocks noGrp="1"/>
          </p:cNvSpPr>
          <p:nvPr>
            <p:ph type="title"/>
          </p:nvPr>
        </p:nvSpPr>
        <p:spPr>
          <a:xfrm>
            <a:off x="838200" y="65219"/>
            <a:ext cx="10515600" cy="903236"/>
          </a:xfrm>
        </p:spPr>
        <p:txBody>
          <a:bodyPr>
            <a:noAutofit/>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7C243851-D421-ECC9-9A7D-AE087C5A5685}"/>
              </a:ext>
            </a:extLst>
          </p:cNvPr>
          <p:cNvSpPr>
            <a:spLocks noGrp="1"/>
          </p:cNvSpPr>
          <p:nvPr>
            <p:ph idx="1"/>
          </p:nvPr>
        </p:nvSpPr>
        <p:spPr>
          <a:xfrm>
            <a:off x="203718" y="1081750"/>
            <a:ext cx="11988281" cy="4908601"/>
          </a:xfrm>
        </p:spPr>
        <p:txBody>
          <a:bodyPr>
            <a:noAutofit/>
          </a:bodyPr>
          <a:lstStyle/>
          <a:p>
            <a:pPr marL="0" marR="0" indent="0" algn="just">
              <a:lnSpc>
                <a:spcPct val="200000"/>
              </a:lnSpc>
              <a:spcBef>
                <a:spcPts val="0"/>
              </a:spcBef>
              <a:spcAft>
                <a:spcPts val="800"/>
              </a:spcAft>
              <a:buNone/>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[1</a:t>
            </a:r>
            <a:r>
              <a:rPr lang="en-US" sz="17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700" kern="100">
                <a:latin typeface="Times New Roman" panose="02020603050405020304" pitchFamily="18" charset="0"/>
                <a:ea typeface="Aptos" panose="020B0004020202020204" pitchFamily="34" charset="0"/>
                <a:cs typeface="Times New Roman" panose="02020603050405020304" pitchFamily="18" charset="0"/>
              </a:rPr>
              <a:t>Shanavi Shrivatsava</a:t>
            </a:r>
            <a:r>
              <a:rPr lang="en-US" sz="17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CSLR system using deep learning with mediapipe holistic</a:t>
            </a:r>
            <a:r>
              <a:rPr lang="en-US" sz="1700" kern="100">
                <a:effectLst/>
                <a:latin typeface="Times New Roman" panose="02020603050405020304" pitchFamily="18" charset="0"/>
                <a:ea typeface="Aptos" panose="020B0004020202020204" pitchFamily="34" charset="0"/>
                <a:cs typeface="Times New Roman" panose="02020603050405020304" pitchFamily="18" charset="0"/>
              </a:rPr>
              <a:t>”, Springer, 2024.</a:t>
            </a:r>
            <a:endParaRPr lang="en-US" sz="17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indent="0" algn="just">
              <a:lnSpc>
                <a:spcPct val="200000"/>
              </a:lnSpc>
              <a:spcBef>
                <a:spcPts val="0"/>
              </a:spcBef>
              <a:spcAft>
                <a:spcPts val="800"/>
              </a:spcAft>
              <a:buNone/>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[2] R. </a:t>
            </a:r>
            <a:r>
              <a:rPr lang="en-US" sz="1700" kern="100" dirty="0" err="1">
                <a:effectLst/>
                <a:latin typeface="Times New Roman" panose="02020603050405020304" pitchFamily="18" charset="0"/>
                <a:ea typeface="Aptos" panose="020B0004020202020204" pitchFamily="34" charset="0"/>
                <a:cs typeface="Times New Roman" panose="02020603050405020304" pitchFamily="18" charset="0"/>
              </a:rPr>
              <a:t>Rastgoo</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K. Sada, and M. </a:t>
            </a:r>
            <a:r>
              <a:rPr lang="en-US" sz="1700" kern="100" dirty="0" err="1">
                <a:effectLst/>
                <a:latin typeface="Times New Roman" panose="02020603050405020304" pitchFamily="18" charset="0"/>
                <a:ea typeface="Aptos" panose="020B0004020202020204" pitchFamily="34" charset="0"/>
                <a:cs typeface="Times New Roman" panose="02020603050405020304" pitchFamily="18" charset="0"/>
              </a:rPr>
              <a:t>Escalera</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“Sign Language Recognition: A Deep Survey,” </a:t>
            </a:r>
            <a:r>
              <a:rPr lang="en-US" sz="1700" i="1" kern="100" dirty="0">
                <a:effectLst/>
                <a:latin typeface="Times New Roman" panose="02020603050405020304" pitchFamily="18" charset="0"/>
                <a:ea typeface="Aptos" panose="020B0004020202020204" pitchFamily="34" charset="0"/>
                <a:cs typeface="Times New Roman" panose="02020603050405020304" pitchFamily="18" charset="0"/>
              </a:rPr>
              <a:t>Pattern Recognition Letters</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2021.</a:t>
            </a:r>
          </a:p>
          <a:p>
            <a:pPr marL="0" marR="0" indent="0" algn="just">
              <a:lnSpc>
                <a:spcPct val="200000"/>
              </a:lnSpc>
              <a:spcBef>
                <a:spcPts val="0"/>
              </a:spcBef>
              <a:spcAft>
                <a:spcPts val="800"/>
              </a:spcAft>
              <a:buNone/>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[3] Z. Liang et al., “Sign Language Translation: A Survey of Approaches and Datasets,” </a:t>
            </a:r>
            <a:r>
              <a:rPr lang="en-US" sz="1700" i="1" kern="100" dirty="0">
                <a:effectLst/>
                <a:latin typeface="Times New Roman" panose="02020603050405020304" pitchFamily="18" charset="0"/>
                <a:ea typeface="Aptos" panose="020B0004020202020204" pitchFamily="34" charset="0"/>
                <a:cs typeface="Times New Roman" panose="02020603050405020304" pitchFamily="18" charset="0"/>
              </a:rPr>
              <a:t>MDPI Applied Sciences</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2023.</a:t>
            </a:r>
          </a:p>
          <a:p>
            <a:pPr marL="0" marR="0" indent="0" algn="just">
              <a:lnSpc>
                <a:spcPct val="200000"/>
              </a:lnSpc>
              <a:spcBef>
                <a:spcPts val="0"/>
              </a:spcBef>
              <a:spcAft>
                <a:spcPts val="800"/>
              </a:spcAft>
              <a:buNone/>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[4] L. Hu et al., “A Speech-driven Sign Language Avatar Animation System,” </a:t>
            </a:r>
            <a:r>
              <a:rPr lang="en-US" sz="1700" i="1" kern="100" dirty="0">
                <a:effectLst/>
                <a:latin typeface="Times New Roman" panose="02020603050405020304" pitchFamily="18" charset="0"/>
                <a:ea typeface="Aptos" panose="020B0004020202020204" pitchFamily="34" charset="0"/>
                <a:cs typeface="Times New Roman" panose="02020603050405020304" pitchFamily="18" charset="0"/>
              </a:rPr>
              <a:t>IJCAI</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2022.</a:t>
            </a:r>
          </a:p>
          <a:p>
            <a:pPr marL="0" marR="0" indent="0" algn="just">
              <a:lnSpc>
                <a:spcPct val="200000"/>
              </a:lnSpc>
              <a:spcBef>
                <a:spcPts val="0"/>
              </a:spcBef>
              <a:spcAft>
                <a:spcPts val="800"/>
              </a:spcAft>
              <a:buNone/>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[5] K. M. Rahman et al., “Speak2Sign3D: A Multimodal Pipeline for Speech to 3D Sign Animation,” </a:t>
            </a:r>
            <a:r>
              <a:rPr lang="en-US" sz="1700" i="1" kern="100" dirty="0" err="1">
                <a:effectLst/>
                <a:latin typeface="Times New Roman" panose="02020603050405020304" pitchFamily="18" charset="0"/>
                <a:ea typeface="Aptos" panose="020B0004020202020204" pitchFamily="34" charset="0"/>
                <a:cs typeface="Times New Roman" panose="02020603050405020304" pitchFamily="18" charset="0"/>
              </a:rPr>
              <a:t>arXiv</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2025.</a:t>
            </a:r>
          </a:p>
          <a:p>
            <a:pPr marL="0" marR="0" indent="0" algn="just">
              <a:lnSpc>
                <a:spcPct val="200000"/>
              </a:lnSpc>
              <a:spcBef>
                <a:spcPts val="0"/>
              </a:spcBef>
              <a:spcAft>
                <a:spcPts val="800"/>
              </a:spcAft>
              <a:buNone/>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[6] A. Kumar et al., “Enhancing Sign Language Detection through </a:t>
            </a:r>
            <a:r>
              <a:rPr lang="en-US" sz="1700" kern="100" dirty="0" err="1">
                <a:effectLst/>
                <a:latin typeface="Times New Roman" panose="02020603050405020304" pitchFamily="18" charset="0"/>
                <a:ea typeface="Aptos" panose="020B0004020202020204" pitchFamily="34" charset="0"/>
                <a:cs typeface="Times New Roman" panose="02020603050405020304" pitchFamily="18" charset="0"/>
              </a:rPr>
              <a:t>MediaPipe</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and CNN Models,” </a:t>
            </a:r>
            <a:r>
              <a:rPr lang="en-US" sz="1700" i="1" kern="100" dirty="0" err="1">
                <a:effectLst/>
                <a:latin typeface="Times New Roman" panose="02020603050405020304" pitchFamily="18" charset="0"/>
                <a:ea typeface="Aptos" panose="020B0004020202020204" pitchFamily="34" charset="0"/>
                <a:cs typeface="Times New Roman" panose="02020603050405020304" pitchFamily="18" charset="0"/>
              </a:rPr>
              <a:t>arXiv</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2024.</a:t>
            </a:r>
          </a:p>
          <a:p>
            <a:pPr marL="0" marR="0" indent="0" algn="just">
              <a:lnSpc>
                <a:spcPct val="200000"/>
              </a:lnSpc>
              <a:spcBef>
                <a:spcPts val="0"/>
              </a:spcBef>
              <a:spcAft>
                <a:spcPts val="800"/>
              </a:spcAft>
              <a:buNone/>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[7] S. J. Huang et al., “Sign Language Gloss Translation using Sequence-to-Sequence Models,” </a:t>
            </a:r>
            <a:r>
              <a:rPr lang="en-US" sz="1700" i="1" kern="100" dirty="0">
                <a:effectLst/>
                <a:latin typeface="Times New Roman" panose="02020603050405020304" pitchFamily="18" charset="0"/>
                <a:ea typeface="Aptos" panose="020B0004020202020204" pitchFamily="34" charset="0"/>
                <a:cs typeface="Times New Roman" panose="02020603050405020304" pitchFamily="18" charset="0"/>
              </a:rPr>
              <a:t>IEEE Access</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2021.</a:t>
            </a:r>
          </a:p>
          <a:p>
            <a:pPr marL="0" marR="0" indent="0" algn="just">
              <a:lnSpc>
                <a:spcPct val="200000"/>
              </a:lnSpc>
              <a:spcBef>
                <a:spcPts val="0"/>
              </a:spcBef>
              <a:spcAft>
                <a:spcPts val="800"/>
              </a:spcAft>
              <a:buNone/>
            </a:pP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[8] P. Singh, “Voice-to-Sign Language Translator Using NLP and Computer Vision,” </a:t>
            </a:r>
            <a:r>
              <a:rPr lang="en-US" sz="1700" i="1" kern="100" dirty="0">
                <a:effectLst/>
                <a:latin typeface="Times New Roman" panose="02020603050405020304" pitchFamily="18" charset="0"/>
                <a:ea typeface="Aptos" panose="020B0004020202020204" pitchFamily="34" charset="0"/>
                <a:cs typeface="Times New Roman" panose="02020603050405020304" pitchFamily="18" charset="0"/>
              </a:rPr>
              <a:t>IJSET</a:t>
            </a:r>
            <a:r>
              <a:rPr lang="en-US" sz="1700"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en-US" sz="1700" kern="100">
                <a:effectLst/>
                <a:latin typeface="Times New Roman" panose="02020603050405020304" pitchFamily="18" charset="0"/>
                <a:ea typeface="Aptos" panose="020B0004020202020204" pitchFamily="34" charset="0"/>
                <a:cs typeface="Times New Roman" panose="02020603050405020304" pitchFamily="18" charset="0"/>
              </a:rPr>
              <a:t>2024.</a:t>
            </a:r>
            <a:endParaRPr lang="en-US" sz="17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9684A85B-ED71-83CB-8B1C-4CBE0700C143}"/>
              </a:ext>
            </a:extLst>
          </p:cNvPr>
          <p:cNvSpPr txBox="1"/>
          <p:nvPr/>
        </p:nvSpPr>
        <p:spPr>
          <a:xfrm>
            <a:off x="679030" y="0"/>
            <a:ext cx="6097554"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8" name="Date Placeholder 7">
            <a:extLst>
              <a:ext uri="{FF2B5EF4-FFF2-40B4-BE49-F238E27FC236}">
                <a16:creationId xmlns:a16="http://schemas.microsoft.com/office/drawing/2014/main" id="{7BDBF98B-6616-33E9-5A66-E5B084E69833}"/>
              </a:ext>
            </a:extLst>
          </p:cNvPr>
          <p:cNvSpPr>
            <a:spLocks noGrp="1"/>
          </p:cNvSpPr>
          <p:nvPr>
            <p:ph type="dt" sz="half" idx="10"/>
          </p:nvPr>
        </p:nvSpPr>
        <p:spPr/>
        <p:txBody>
          <a:bodyPr/>
          <a:lstStyle/>
          <a:p>
            <a:fld id="{A7A360E3-F13D-4261-A8BC-702D255CB4CE}" type="datetime1">
              <a:rPr lang="en-IN" smtClean="0"/>
              <a:t>19-02-2026</a:t>
            </a:fld>
            <a:endParaRPr lang="en-US"/>
          </a:p>
        </p:txBody>
      </p:sp>
      <p:sp>
        <p:nvSpPr>
          <p:cNvPr id="9" name="Footer Placeholder 8">
            <a:extLst>
              <a:ext uri="{FF2B5EF4-FFF2-40B4-BE49-F238E27FC236}">
                <a16:creationId xmlns:a16="http://schemas.microsoft.com/office/drawing/2014/main" id="{6777BC07-82BE-A1C1-F70B-AB671B4924A4}"/>
              </a:ext>
            </a:extLst>
          </p:cNvPr>
          <p:cNvSpPr>
            <a:spLocks noGrp="1"/>
          </p:cNvSpPr>
          <p:nvPr>
            <p:ph type="ftr" sz="quarter" idx="11"/>
          </p:nvPr>
        </p:nvSpPr>
        <p:spPr>
          <a:xfrm>
            <a:off x="4038600" y="6378445"/>
            <a:ext cx="4114800" cy="365125"/>
          </a:xfrm>
        </p:spPr>
        <p:txBody>
          <a:bodyPr/>
          <a:lstStyle/>
          <a:p>
            <a:endParaRPr lang="en-US"/>
          </a:p>
        </p:txBody>
      </p:sp>
      <p:sp>
        <p:nvSpPr>
          <p:cNvPr id="10" name="Slide Number Placeholder 9">
            <a:extLst>
              <a:ext uri="{FF2B5EF4-FFF2-40B4-BE49-F238E27FC236}">
                <a16:creationId xmlns:a16="http://schemas.microsoft.com/office/drawing/2014/main" id="{1F0F537F-D6BD-2D90-A21E-B6E059E512D2}"/>
              </a:ext>
            </a:extLst>
          </p:cNvPr>
          <p:cNvSpPr>
            <a:spLocks noGrp="1"/>
          </p:cNvSpPr>
          <p:nvPr>
            <p:ph type="sldNum" sz="quarter" idx="12"/>
          </p:nvPr>
        </p:nvSpPr>
        <p:spPr/>
        <p:txBody>
          <a:bodyPr/>
          <a:lstStyle/>
          <a:p>
            <a:fld id="{09C9ADEB-085E-42EF-9806-608EC1CF04BB}" type="slidenum">
              <a:rPr lang="en-US" smtClean="0"/>
              <a:t>23</a:t>
            </a:fld>
            <a:endParaRPr lang="en-US"/>
          </a:p>
        </p:txBody>
      </p:sp>
    </p:spTree>
    <p:extLst>
      <p:ext uri="{BB962C8B-B14F-4D97-AF65-F5344CB8AC3E}">
        <p14:creationId xmlns:p14="http://schemas.microsoft.com/office/powerpoint/2010/main" val="4264438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DC70A-854F-DED2-DD49-541B733A54EA}"/>
              </a:ext>
            </a:extLst>
          </p:cNvPr>
          <p:cNvSpPr>
            <a:spLocks noGrp="1"/>
          </p:cNvSpPr>
          <p:nvPr>
            <p:ph type="ctrTitle"/>
          </p:nvPr>
        </p:nvSpPr>
        <p:spPr>
          <a:xfrm>
            <a:off x="1094792" y="1383620"/>
            <a:ext cx="9144000" cy="2387600"/>
          </a:xfrm>
        </p:spPr>
        <p:txBody>
          <a:bodyPr>
            <a:normAutofit/>
          </a:bodyPr>
          <a:lstStyle/>
          <a:p>
            <a:r>
              <a:rPr lang="en-US" sz="7200">
                <a:latin typeface="Times New Roman" panose="02020603050405020304" pitchFamily="18" charset="0"/>
                <a:cs typeface="Times New Roman" panose="02020603050405020304" pitchFamily="18" charset="0"/>
              </a:rPr>
              <a:t>THANK YOU</a:t>
            </a:r>
            <a:endParaRPr lang="en-IN" sz="72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28D7089-B25C-BCAE-6BF2-EEE62FCF6E81}"/>
              </a:ext>
            </a:extLst>
          </p:cNvPr>
          <p:cNvSpPr txBox="1"/>
          <p:nvPr/>
        </p:nvSpPr>
        <p:spPr>
          <a:xfrm>
            <a:off x="772886" y="-1406"/>
            <a:ext cx="6102220" cy="383951"/>
          </a:xfrm>
          <a:prstGeom prst="rect">
            <a:avLst/>
          </a:prstGeom>
          <a:noFill/>
        </p:spPr>
        <p:txBody>
          <a:bodyPr wrap="square">
            <a:spAutoFit/>
          </a:bodyPr>
          <a:lstStyle/>
          <a:p>
            <a:pPr>
              <a:lnSpc>
                <a:spcPct val="200000"/>
              </a:lnSpc>
            </a:pPr>
            <a:r>
              <a:rPr lang="en-US" sz="1100">
                <a:latin typeface="Times New Roman" panose="02020603050405020304" pitchFamily="18" charset="0"/>
                <a:cs typeface="Times New Roman" panose="02020603050405020304" pitchFamily="18" charset="0"/>
              </a:rPr>
              <a:t>Continuous Sign Language Recognition </a:t>
            </a:r>
            <a:endParaRPr lang="en-IN" sz="1100"/>
          </a:p>
        </p:txBody>
      </p:sp>
      <p:sp>
        <p:nvSpPr>
          <p:cNvPr id="8" name="Date Placeholder 7">
            <a:extLst>
              <a:ext uri="{FF2B5EF4-FFF2-40B4-BE49-F238E27FC236}">
                <a16:creationId xmlns:a16="http://schemas.microsoft.com/office/drawing/2014/main" id="{964390C7-DEE7-457F-25B6-26AEC45A092D}"/>
              </a:ext>
            </a:extLst>
          </p:cNvPr>
          <p:cNvSpPr>
            <a:spLocks noGrp="1"/>
          </p:cNvSpPr>
          <p:nvPr>
            <p:ph type="dt" sz="half" idx="10"/>
          </p:nvPr>
        </p:nvSpPr>
        <p:spPr/>
        <p:txBody>
          <a:bodyPr/>
          <a:lstStyle/>
          <a:p>
            <a:fld id="{86556749-BA6B-4A93-9B47-118B54FD7824}" type="datetime1">
              <a:rPr lang="en-IN" smtClean="0"/>
              <a:t>19-02-2026</a:t>
            </a:fld>
            <a:endParaRPr lang="en-US"/>
          </a:p>
        </p:txBody>
      </p:sp>
      <p:sp>
        <p:nvSpPr>
          <p:cNvPr id="9" name="Footer Placeholder 8">
            <a:extLst>
              <a:ext uri="{FF2B5EF4-FFF2-40B4-BE49-F238E27FC236}">
                <a16:creationId xmlns:a16="http://schemas.microsoft.com/office/drawing/2014/main" id="{A9A2071A-529C-F94E-8162-F5E2D9CC24ED}"/>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8BD55556-6064-435A-0F08-7971678B2348}"/>
              </a:ext>
            </a:extLst>
          </p:cNvPr>
          <p:cNvSpPr>
            <a:spLocks noGrp="1"/>
          </p:cNvSpPr>
          <p:nvPr>
            <p:ph type="sldNum" sz="quarter" idx="12"/>
          </p:nvPr>
        </p:nvSpPr>
        <p:spPr/>
        <p:txBody>
          <a:bodyPr/>
          <a:lstStyle/>
          <a:p>
            <a:fld id="{09C9ADEB-085E-42EF-9806-608EC1CF04BB}" type="slidenum">
              <a:rPr lang="en-US" smtClean="0"/>
              <a:t>24</a:t>
            </a:fld>
            <a:endParaRPr lang="en-US"/>
          </a:p>
        </p:txBody>
      </p:sp>
    </p:spTree>
    <p:extLst>
      <p:ext uri="{BB962C8B-B14F-4D97-AF65-F5344CB8AC3E}">
        <p14:creationId xmlns:p14="http://schemas.microsoft.com/office/powerpoint/2010/main" val="2173919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5667</TotalTime>
  <Words>1647</Words>
  <Application>Microsoft Office PowerPoint</Application>
  <PresentationFormat>Widescreen</PresentationFormat>
  <Paragraphs>254</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Aptos Display</vt:lpstr>
      <vt:lpstr>Arial</vt:lpstr>
      <vt:lpstr>Calibri</vt:lpstr>
      <vt:lpstr>Symbol</vt:lpstr>
      <vt:lpstr>Times New Roman</vt:lpstr>
      <vt:lpstr>Wingdings</vt:lpstr>
      <vt:lpstr>Office Theme</vt:lpstr>
      <vt:lpstr>Contents</vt:lpstr>
      <vt:lpstr>Abstract</vt:lpstr>
      <vt:lpstr>Introduction</vt:lpstr>
      <vt:lpstr>   Literature Survey </vt:lpstr>
      <vt:lpstr>PowerPoint Presentation</vt:lpstr>
      <vt:lpstr>Motivation</vt:lpstr>
      <vt:lpstr>Objectives</vt:lpstr>
      <vt:lpstr>Software Requirements</vt:lpstr>
      <vt:lpstr>System Architecture </vt:lpstr>
      <vt:lpstr>Sign-to-Speech Implementation Workflow</vt:lpstr>
      <vt:lpstr>PowerPoint Presentation</vt:lpstr>
      <vt:lpstr>Speech-to-Sign Animation Implementation</vt:lpstr>
      <vt:lpstr>PowerPoint Presentation</vt:lpstr>
      <vt:lpstr>Backend Integration, Model Deployment </vt:lpstr>
      <vt:lpstr>PowerPoint Presentation</vt:lpstr>
      <vt:lpstr>Testing &amp; Validation</vt:lpstr>
      <vt:lpstr>PowerPoint Presentation</vt:lpstr>
      <vt:lpstr>PowerPoint Presentation</vt:lpstr>
      <vt:lpstr>PowerPoint Presentation</vt:lpstr>
      <vt:lpstr>PowerPoint Presentation</vt:lpstr>
      <vt:lpstr>PowerPoint Presentation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Deepitha Suresh</cp:lastModifiedBy>
  <cp:revision>12</cp:revision>
  <dcterms:created xsi:type="dcterms:W3CDTF">2025-11-18T15:16:47Z</dcterms:created>
  <dcterms:modified xsi:type="dcterms:W3CDTF">2026-02-19T16:27:01Z</dcterms:modified>
</cp:coreProperties>
</file>